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8" r:id="rId3"/>
    <p:sldId id="271" r:id="rId4"/>
    <p:sldId id="260" r:id="rId5"/>
    <p:sldId id="270" r:id="rId6"/>
    <p:sldId id="262" r:id="rId7"/>
    <p:sldId id="259" r:id="rId8"/>
    <p:sldId id="257" r:id="rId9"/>
    <p:sldId id="268" r:id="rId10"/>
    <p:sldId id="26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B09128B5-6B23-4D8B-A15D-079839F96225}">
          <p14:sldIdLst>
            <p14:sldId id="256"/>
            <p14:sldId id="258"/>
            <p14:sldId id="271"/>
            <p14:sldId id="260"/>
            <p14:sldId id="270"/>
            <p14:sldId id="262"/>
            <p14:sldId id="259"/>
            <p14:sldId id="25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40295C-5E8F-4727-9500-A65127583FA3}" v="39" dt="2026-05-14T13:14:10.59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87" d="100"/>
          <a:sy n="87" d="100"/>
        </p:scale>
        <p:origin x="37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ghana Miriyala" userId="254cf21d1c969cb2" providerId="LiveId" clId="{D6E15CE8-F7FB-4FCD-ADBD-B35C041106D3}"/>
    <pc:docChg chg="undo custSel modSld sldOrd modMainMaster">
      <pc:chgData name="Meghana Miriyala" userId="254cf21d1c969cb2" providerId="LiveId" clId="{D6E15CE8-F7FB-4FCD-ADBD-B35C041106D3}" dt="2026-05-14T13:14:57.461" v="551" actId="20577"/>
      <pc:docMkLst>
        <pc:docMk/>
      </pc:docMkLst>
      <pc:sldChg chg="modSp mod modTransition">
        <pc:chgData name="Meghana Miriyala" userId="254cf21d1c969cb2" providerId="LiveId" clId="{D6E15CE8-F7FB-4FCD-ADBD-B35C041106D3}" dt="2026-05-14T13:14:10.591" v="539"/>
        <pc:sldMkLst>
          <pc:docMk/>
          <pc:sldMk cId="0" sldId="256"/>
        </pc:sldMkLst>
        <pc:spChg chg="mod">
          <ac:chgData name="Meghana Miriyala" userId="254cf21d1c969cb2" providerId="LiveId" clId="{D6E15CE8-F7FB-4FCD-ADBD-B35C041106D3}" dt="2026-05-14T13:12:28.309" v="524" actId="14100"/>
          <ac:spMkLst>
            <pc:docMk/>
            <pc:sldMk cId="0" sldId="256"/>
            <ac:spMk id="8" creationId="{00000000-0000-0000-0000-000000000000}"/>
          </ac:spMkLst>
        </pc:spChg>
        <pc:spChg chg="mod">
          <ac:chgData name="Meghana Miriyala" userId="254cf21d1c969cb2" providerId="LiveId" clId="{D6E15CE8-F7FB-4FCD-ADBD-B35C041106D3}" dt="2026-05-14T13:13:10.465" v="527" actId="20577"/>
          <ac:spMkLst>
            <pc:docMk/>
            <pc:sldMk cId="0" sldId="256"/>
            <ac:spMk id="9" creationId="{00000000-0000-0000-0000-000000000000}"/>
          </ac:spMkLst>
        </pc:spChg>
        <pc:spChg chg="mod">
          <ac:chgData name="Meghana Miriyala" userId="254cf21d1c969cb2" providerId="LiveId" clId="{D6E15CE8-F7FB-4FCD-ADBD-B35C041106D3}" dt="2026-05-14T13:11:47.702" v="502" actId="14100"/>
          <ac:spMkLst>
            <pc:docMk/>
            <pc:sldMk cId="0" sldId="256"/>
            <ac:spMk id="10" creationId="{00000000-0000-0000-0000-000000000000}"/>
          </ac:spMkLst>
        </pc:spChg>
        <pc:spChg chg="mod">
          <ac:chgData name="Meghana Miriyala" userId="254cf21d1c969cb2" providerId="LiveId" clId="{D6E15CE8-F7FB-4FCD-ADBD-B35C041106D3}" dt="2026-05-14T13:12:46.758" v="525" actId="14100"/>
          <ac:spMkLst>
            <pc:docMk/>
            <pc:sldMk cId="0" sldId="256"/>
            <ac:spMk id="11" creationId="{00000000-0000-0000-0000-000000000000}"/>
          </ac:spMkLst>
        </pc:spChg>
      </pc:sldChg>
      <pc:sldChg chg="addSp modSp mod ord modTransition">
        <pc:chgData name="Meghana Miriyala" userId="254cf21d1c969cb2" providerId="LiveId" clId="{D6E15CE8-F7FB-4FCD-ADBD-B35C041106D3}" dt="2026-05-14T13:14:10.591" v="539"/>
        <pc:sldMkLst>
          <pc:docMk/>
          <pc:sldMk cId="0" sldId="257"/>
        </pc:sldMkLst>
        <pc:spChg chg="mod">
          <ac:chgData name="Meghana Miriyala" userId="254cf21d1c969cb2" providerId="LiveId" clId="{D6E15CE8-F7FB-4FCD-ADBD-B35C041106D3}" dt="2026-05-14T12:50:37.292" v="377" actId="20577"/>
          <ac:spMkLst>
            <pc:docMk/>
            <pc:sldMk cId="0" sldId="257"/>
            <ac:spMk id="2" creationId="{00000000-0000-0000-0000-000000000000}"/>
          </ac:spMkLst>
        </pc:spChg>
        <pc:spChg chg="mod">
          <ac:chgData name="Meghana Miriyala" userId="254cf21d1c969cb2" providerId="LiveId" clId="{D6E15CE8-F7FB-4FCD-ADBD-B35C041106D3}" dt="2026-05-14T12:53:20.935" v="399" actId="14100"/>
          <ac:spMkLst>
            <pc:docMk/>
            <pc:sldMk cId="0" sldId="257"/>
            <ac:spMk id="3" creationId="{00000000-0000-0000-0000-000000000000}"/>
          </ac:spMkLst>
        </pc:spChg>
        <pc:graphicFrameChg chg="add mod modGraphic">
          <ac:chgData name="Meghana Miriyala" userId="254cf21d1c969cb2" providerId="LiveId" clId="{D6E15CE8-F7FB-4FCD-ADBD-B35C041106D3}" dt="2026-05-14T12:53:54.053" v="406" actId="14100"/>
          <ac:graphicFrameMkLst>
            <pc:docMk/>
            <pc:sldMk cId="0" sldId="257"/>
            <ac:graphicFrameMk id="5" creationId="{0E3C4A8F-44F5-3227-9AEF-26BE78059F73}"/>
          </ac:graphicFrameMkLst>
        </pc:graphicFrameChg>
      </pc:sldChg>
      <pc:sldChg chg="modSp mod modTransition">
        <pc:chgData name="Meghana Miriyala" userId="254cf21d1c969cb2" providerId="LiveId" clId="{D6E15CE8-F7FB-4FCD-ADBD-B35C041106D3}" dt="2026-05-14T13:14:10.591" v="539"/>
        <pc:sldMkLst>
          <pc:docMk/>
          <pc:sldMk cId="0" sldId="258"/>
        </pc:sldMkLst>
        <pc:spChg chg="mod">
          <ac:chgData name="Meghana Miriyala" userId="254cf21d1c969cb2" providerId="LiveId" clId="{D6E15CE8-F7FB-4FCD-ADBD-B35C041106D3}" dt="2026-05-14T12:26:19.821" v="151" actId="14100"/>
          <ac:spMkLst>
            <pc:docMk/>
            <pc:sldMk cId="0" sldId="258"/>
            <ac:spMk id="3" creationId="{00000000-0000-0000-0000-000000000000}"/>
          </ac:spMkLst>
        </pc:spChg>
        <pc:spChg chg="mod">
          <ac:chgData name="Meghana Miriyala" userId="254cf21d1c969cb2" providerId="LiveId" clId="{D6E15CE8-F7FB-4FCD-ADBD-B35C041106D3}" dt="2026-05-14T12:17:58.596" v="112" actId="20577"/>
          <ac:spMkLst>
            <pc:docMk/>
            <pc:sldMk cId="0" sldId="258"/>
            <ac:spMk id="4" creationId="{00000000-0000-0000-0000-000000000000}"/>
          </ac:spMkLst>
        </pc:spChg>
      </pc:sldChg>
      <pc:sldChg chg="modSp mod ord modTransition">
        <pc:chgData name="Meghana Miriyala" userId="254cf21d1c969cb2" providerId="LiveId" clId="{D6E15CE8-F7FB-4FCD-ADBD-B35C041106D3}" dt="2026-05-14T13:14:10.591" v="539"/>
        <pc:sldMkLst>
          <pc:docMk/>
          <pc:sldMk cId="0" sldId="259"/>
        </pc:sldMkLst>
        <pc:spChg chg="mod">
          <ac:chgData name="Meghana Miriyala" userId="254cf21d1c969cb2" providerId="LiveId" clId="{D6E15CE8-F7FB-4FCD-ADBD-B35C041106D3}" dt="2026-05-14T12:47:51.991" v="274" actId="5793"/>
          <ac:spMkLst>
            <pc:docMk/>
            <pc:sldMk cId="0" sldId="259"/>
            <ac:spMk id="3" creationId="{00000000-0000-0000-0000-000000000000}"/>
          </ac:spMkLst>
        </pc:spChg>
        <pc:spChg chg="mod">
          <ac:chgData name="Meghana Miriyala" userId="254cf21d1c969cb2" providerId="LiveId" clId="{D6E15CE8-F7FB-4FCD-ADBD-B35C041106D3}" dt="2026-05-14T12:48:39.060" v="335" actId="20577"/>
          <ac:spMkLst>
            <pc:docMk/>
            <pc:sldMk cId="0" sldId="259"/>
            <ac:spMk id="4" creationId="{00000000-0000-0000-0000-000000000000}"/>
          </ac:spMkLst>
        </pc:spChg>
      </pc:sldChg>
      <pc:sldChg chg="modSp mod modTransition">
        <pc:chgData name="Meghana Miriyala" userId="254cf21d1c969cb2" providerId="LiveId" clId="{D6E15CE8-F7FB-4FCD-ADBD-B35C041106D3}" dt="2026-05-14T13:14:10.591" v="539"/>
        <pc:sldMkLst>
          <pc:docMk/>
          <pc:sldMk cId="0" sldId="260"/>
        </pc:sldMkLst>
        <pc:spChg chg="mod">
          <ac:chgData name="Meghana Miriyala" userId="254cf21d1c969cb2" providerId="LiveId" clId="{D6E15CE8-F7FB-4FCD-ADBD-B35C041106D3}" dt="2026-05-14T12:25:27.380" v="139" actId="27636"/>
          <ac:spMkLst>
            <pc:docMk/>
            <pc:sldMk cId="0" sldId="260"/>
            <ac:spMk id="3" creationId="{00000000-0000-0000-0000-000000000000}"/>
          </ac:spMkLst>
        </pc:spChg>
      </pc:sldChg>
      <pc:sldChg chg="addSp modSp mod modTransition">
        <pc:chgData name="Meghana Miriyala" userId="254cf21d1c969cb2" providerId="LiveId" clId="{D6E15CE8-F7FB-4FCD-ADBD-B35C041106D3}" dt="2026-05-14T13:14:10.591" v="539"/>
        <pc:sldMkLst>
          <pc:docMk/>
          <pc:sldMk cId="0" sldId="262"/>
        </pc:sldMkLst>
        <pc:spChg chg="mod">
          <ac:chgData name="Meghana Miriyala" userId="254cf21d1c969cb2" providerId="LiveId" clId="{D6E15CE8-F7FB-4FCD-ADBD-B35C041106D3}" dt="2026-05-14T12:39:52.612" v="244" actId="14100"/>
          <ac:spMkLst>
            <pc:docMk/>
            <pc:sldMk cId="0" sldId="262"/>
            <ac:spMk id="3" creationId="{00000000-0000-0000-0000-000000000000}"/>
          </ac:spMkLst>
        </pc:spChg>
        <pc:spChg chg="mod">
          <ac:chgData name="Meghana Miriyala" userId="254cf21d1c969cb2" providerId="LiveId" clId="{D6E15CE8-F7FB-4FCD-ADBD-B35C041106D3}" dt="2026-05-14T12:39:25.222" v="239" actId="20577"/>
          <ac:spMkLst>
            <pc:docMk/>
            <pc:sldMk cId="0" sldId="262"/>
            <ac:spMk id="5" creationId="{00000000-0000-0000-0000-000000000000}"/>
          </ac:spMkLst>
        </pc:spChg>
        <pc:picChg chg="add mod">
          <ac:chgData name="Meghana Miriyala" userId="254cf21d1c969cb2" providerId="LiveId" clId="{D6E15CE8-F7FB-4FCD-ADBD-B35C041106D3}" dt="2026-05-14T12:40:34.513" v="253" actId="14100"/>
          <ac:picMkLst>
            <pc:docMk/>
            <pc:sldMk cId="0" sldId="262"/>
            <ac:picMk id="7" creationId="{AAB6AC86-CEF3-7498-8348-3E6F2FCC5BCB}"/>
          </ac:picMkLst>
        </pc:picChg>
      </pc:sldChg>
      <pc:sldChg chg="modSp mod modTransition">
        <pc:chgData name="Meghana Miriyala" userId="254cf21d1c969cb2" providerId="LiveId" clId="{D6E15CE8-F7FB-4FCD-ADBD-B35C041106D3}" dt="2026-05-14T13:14:57.461" v="551" actId="20577"/>
        <pc:sldMkLst>
          <pc:docMk/>
          <pc:sldMk cId="0" sldId="265"/>
        </pc:sldMkLst>
        <pc:spChg chg="mod">
          <ac:chgData name="Meghana Miriyala" userId="254cf21d1c969cb2" providerId="LiveId" clId="{D6E15CE8-F7FB-4FCD-ADBD-B35C041106D3}" dt="2026-05-14T13:14:57.461" v="551" actId="20577"/>
          <ac:spMkLst>
            <pc:docMk/>
            <pc:sldMk cId="0" sldId="265"/>
            <ac:spMk id="5" creationId="{00000000-0000-0000-0000-000000000000}"/>
          </ac:spMkLst>
        </pc:spChg>
        <pc:spChg chg="mod">
          <ac:chgData name="Meghana Miriyala" userId="254cf21d1c969cb2" providerId="LiveId" clId="{D6E15CE8-F7FB-4FCD-ADBD-B35C041106D3}" dt="2026-05-14T12:46:21.837" v="270" actId="27636"/>
          <ac:spMkLst>
            <pc:docMk/>
            <pc:sldMk cId="0" sldId="265"/>
            <ac:spMk id="8" creationId="{2AD4D03A-7921-CDF5-F2B2-BE4A122F7B28}"/>
          </ac:spMkLst>
        </pc:spChg>
      </pc:sldChg>
      <pc:sldChg chg="modTransition">
        <pc:chgData name="Meghana Miriyala" userId="254cf21d1c969cb2" providerId="LiveId" clId="{D6E15CE8-F7FB-4FCD-ADBD-B35C041106D3}" dt="2026-05-14T13:14:10.591" v="539"/>
        <pc:sldMkLst>
          <pc:docMk/>
          <pc:sldMk cId="0" sldId="268"/>
        </pc:sldMkLst>
      </pc:sldChg>
      <pc:sldChg chg="modTransition">
        <pc:chgData name="Meghana Miriyala" userId="254cf21d1c969cb2" providerId="LiveId" clId="{D6E15CE8-F7FB-4FCD-ADBD-B35C041106D3}" dt="2026-05-14T13:14:10.591" v="539"/>
        <pc:sldMkLst>
          <pc:docMk/>
          <pc:sldMk cId="0" sldId="269"/>
        </pc:sldMkLst>
      </pc:sldChg>
      <pc:sldChg chg="addSp delSp modSp mod modTransition">
        <pc:chgData name="Meghana Miriyala" userId="254cf21d1c969cb2" providerId="LiveId" clId="{D6E15CE8-F7FB-4FCD-ADBD-B35C041106D3}" dt="2026-05-14T13:14:10.591" v="539"/>
        <pc:sldMkLst>
          <pc:docMk/>
          <pc:sldMk cId="0" sldId="270"/>
        </pc:sldMkLst>
        <pc:spChg chg="mod">
          <ac:chgData name="Meghana Miriyala" userId="254cf21d1c969cb2" providerId="LiveId" clId="{D6E15CE8-F7FB-4FCD-ADBD-B35C041106D3}" dt="2026-05-14T12:29:52.774" v="182" actId="14100"/>
          <ac:spMkLst>
            <pc:docMk/>
            <pc:sldMk cId="0" sldId="270"/>
            <ac:spMk id="7" creationId="{B21890C4-41A5-43E7-82DE-793519A78AF2}"/>
          </ac:spMkLst>
        </pc:spChg>
        <pc:picChg chg="add mod">
          <ac:chgData name="Meghana Miriyala" userId="254cf21d1c969cb2" providerId="LiveId" clId="{D6E15CE8-F7FB-4FCD-ADBD-B35C041106D3}" dt="2026-05-14T12:32:40.570" v="192" actId="14100"/>
          <ac:picMkLst>
            <pc:docMk/>
            <pc:sldMk cId="0" sldId="270"/>
            <ac:picMk id="5" creationId="{0C84635A-A1ED-0E99-AC63-6D92B3FB46FD}"/>
          </ac:picMkLst>
        </pc:picChg>
        <pc:picChg chg="del">
          <ac:chgData name="Meghana Miriyala" userId="254cf21d1c969cb2" providerId="LiveId" clId="{D6E15CE8-F7FB-4FCD-ADBD-B35C041106D3}" dt="2026-05-14T12:29:04.783" v="154" actId="21"/>
          <ac:picMkLst>
            <pc:docMk/>
            <pc:sldMk cId="0" sldId="270"/>
            <ac:picMk id="3079" creationId="{C40A6FD3-E5C3-07DD-9508-6FE9CE5A2029}"/>
          </ac:picMkLst>
        </pc:picChg>
      </pc:sldChg>
      <pc:sldMasterChg chg="modTransition modSldLayout">
        <pc:chgData name="Meghana Miriyala" userId="254cf21d1c969cb2" providerId="LiveId" clId="{D6E15CE8-F7FB-4FCD-ADBD-B35C041106D3}" dt="2026-05-14T13:14:10.591" v="539"/>
        <pc:sldMasterMkLst>
          <pc:docMk/>
          <pc:sldMasterMk cId="0" sldId="2147483648"/>
        </pc:sldMasterMkLst>
        <pc:sldLayoutChg chg="modTransition">
          <pc:chgData name="Meghana Miriyala" userId="254cf21d1c969cb2" providerId="LiveId" clId="{D6E15CE8-F7FB-4FCD-ADBD-B35C041106D3}" dt="2026-05-14T13:14:10.591" v="539"/>
          <pc:sldLayoutMkLst>
            <pc:docMk/>
            <pc:sldMasterMk cId="0" sldId="2147483648"/>
            <pc:sldLayoutMk cId="0" sldId="2147483649"/>
          </pc:sldLayoutMkLst>
        </pc:sldLayoutChg>
        <pc:sldLayoutChg chg="modTransition">
          <pc:chgData name="Meghana Miriyala" userId="254cf21d1c969cb2" providerId="LiveId" clId="{D6E15CE8-F7FB-4FCD-ADBD-B35C041106D3}" dt="2026-05-14T13:14:10.591" v="539"/>
          <pc:sldLayoutMkLst>
            <pc:docMk/>
            <pc:sldMasterMk cId="0" sldId="2147483648"/>
            <pc:sldLayoutMk cId="0" sldId="2147483650"/>
          </pc:sldLayoutMkLst>
        </pc:sldLayoutChg>
        <pc:sldLayoutChg chg="modTransition">
          <pc:chgData name="Meghana Miriyala" userId="254cf21d1c969cb2" providerId="LiveId" clId="{D6E15CE8-F7FB-4FCD-ADBD-B35C041106D3}" dt="2026-05-14T13:14:10.591" v="539"/>
          <pc:sldLayoutMkLst>
            <pc:docMk/>
            <pc:sldMasterMk cId="0" sldId="2147483648"/>
            <pc:sldLayoutMk cId="0" sldId="2147483651"/>
          </pc:sldLayoutMkLst>
        </pc:sldLayoutChg>
        <pc:sldLayoutChg chg="modTransition">
          <pc:chgData name="Meghana Miriyala" userId="254cf21d1c969cb2" providerId="LiveId" clId="{D6E15CE8-F7FB-4FCD-ADBD-B35C041106D3}" dt="2026-05-14T13:14:10.591" v="539"/>
          <pc:sldLayoutMkLst>
            <pc:docMk/>
            <pc:sldMasterMk cId="0" sldId="2147483648"/>
            <pc:sldLayoutMk cId="0" sldId="2147483652"/>
          </pc:sldLayoutMkLst>
        </pc:sldLayoutChg>
        <pc:sldLayoutChg chg="modTransition">
          <pc:chgData name="Meghana Miriyala" userId="254cf21d1c969cb2" providerId="LiveId" clId="{D6E15CE8-F7FB-4FCD-ADBD-B35C041106D3}" dt="2026-05-14T13:14:10.591" v="539"/>
          <pc:sldLayoutMkLst>
            <pc:docMk/>
            <pc:sldMasterMk cId="0" sldId="2147483648"/>
            <pc:sldLayoutMk cId="0" sldId="2147483653"/>
          </pc:sldLayoutMkLst>
        </pc:sldLayoutChg>
        <pc:sldLayoutChg chg="modTransition">
          <pc:chgData name="Meghana Miriyala" userId="254cf21d1c969cb2" providerId="LiveId" clId="{D6E15CE8-F7FB-4FCD-ADBD-B35C041106D3}" dt="2026-05-14T13:14:10.591" v="539"/>
          <pc:sldLayoutMkLst>
            <pc:docMk/>
            <pc:sldMasterMk cId="0" sldId="2147483648"/>
            <pc:sldLayoutMk cId="0" sldId="2147483654"/>
          </pc:sldLayoutMkLst>
        </pc:sldLayoutChg>
        <pc:sldLayoutChg chg="modTransition">
          <pc:chgData name="Meghana Miriyala" userId="254cf21d1c969cb2" providerId="LiveId" clId="{D6E15CE8-F7FB-4FCD-ADBD-B35C041106D3}" dt="2026-05-14T13:14:10.591" v="539"/>
          <pc:sldLayoutMkLst>
            <pc:docMk/>
            <pc:sldMasterMk cId="0" sldId="2147483648"/>
            <pc:sldLayoutMk cId="0" sldId="2147483655"/>
          </pc:sldLayoutMkLst>
        </pc:sldLayoutChg>
        <pc:sldLayoutChg chg="modTransition">
          <pc:chgData name="Meghana Miriyala" userId="254cf21d1c969cb2" providerId="LiveId" clId="{D6E15CE8-F7FB-4FCD-ADBD-B35C041106D3}" dt="2026-05-14T13:14:10.591" v="539"/>
          <pc:sldLayoutMkLst>
            <pc:docMk/>
            <pc:sldMasterMk cId="0" sldId="2147483648"/>
            <pc:sldLayoutMk cId="0" sldId="2147483656"/>
          </pc:sldLayoutMkLst>
        </pc:sldLayoutChg>
        <pc:sldLayoutChg chg="modTransition">
          <pc:chgData name="Meghana Miriyala" userId="254cf21d1c969cb2" providerId="LiveId" clId="{D6E15CE8-F7FB-4FCD-ADBD-B35C041106D3}" dt="2026-05-14T13:14:10.591" v="539"/>
          <pc:sldLayoutMkLst>
            <pc:docMk/>
            <pc:sldMasterMk cId="0" sldId="2147483648"/>
            <pc:sldLayoutMk cId="0" sldId="2147483657"/>
          </pc:sldLayoutMkLst>
        </pc:sldLayoutChg>
        <pc:sldLayoutChg chg="modTransition">
          <pc:chgData name="Meghana Miriyala" userId="254cf21d1c969cb2" providerId="LiveId" clId="{D6E15CE8-F7FB-4FCD-ADBD-B35C041106D3}" dt="2026-05-14T13:14:10.591" v="539"/>
          <pc:sldLayoutMkLst>
            <pc:docMk/>
            <pc:sldMasterMk cId="0" sldId="2147483648"/>
            <pc:sldLayoutMk cId="0" sldId="2147483658"/>
          </pc:sldLayoutMkLst>
        </pc:sldLayoutChg>
        <pc:sldLayoutChg chg="modTransition">
          <pc:chgData name="Meghana Miriyala" userId="254cf21d1c969cb2" providerId="LiveId" clId="{D6E15CE8-F7FB-4FCD-ADBD-B35C041106D3}" dt="2026-05-14T13:14:10.591" v="539"/>
          <pc:sldLayoutMkLst>
            <pc:docMk/>
            <pc:sldMasterMk cId="0" sldId="2147483648"/>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DC6A22-F8EA-422F-B1C6-DAF6E2F5A9EE}" type="datetimeFigureOut">
              <a:rPr lang="en-IN" smtClean="0"/>
              <a:t>13-07-2026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D51B-9E70-43A1-BF1A-7793C80C174E}"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073D51B-9E70-43A1-BF1A-7793C80C174E}" type="slidenum">
              <a:rPr lang="en-IN" smtClean="0"/>
              <a:t>2</a:t>
            </a:fld>
            <a:endParaRPr lang="en-IN"/>
          </a:p>
        </p:txBody>
      </p:sp>
    </p:spTree>
    <p:extLst>
      <p:ext uri="{BB962C8B-B14F-4D97-AF65-F5344CB8AC3E}">
        <p14:creationId xmlns:p14="http://schemas.microsoft.com/office/powerpoint/2010/main" val="1025101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B2809-5BF4-C8CB-1E12-B480B1B42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03A85-26CD-5E47-1680-1D17A40C8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49A5D-66E6-F886-0324-AC8E15C4782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3693B9C-FF0C-5E12-79EB-0B06084DB592}"/>
              </a:ext>
            </a:extLst>
          </p:cNvPr>
          <p:cNvSpPr>
            <a:spLocks noGrp="1"/>
          </p:cNvSpPr>
          <p:nvPr>
            <p:ph type="sldNum" sz="quarter" idx="5"/>
          </p:nvPr>
        </p:nvSpPr>
        <p:spPr/>
        <p:txBody>
          <a:bodyPr/>
          <a:lstStyle/>
          <a:p>
            <a:fld id="{F073D51B-9E70-43A1-BF1A-7793C80C174E}" type="slidenum">
              <a:rPr lang="en-IN" smtClean="0"/>
              <a:t>3</a:t>
            </a:fld>
            <a:endParaRPr lang="en-IN"/>
          </a:p>
        </p:txBody>
      </p:sp>
    </p:spTree>
    <p:extLst>
      <p:ext uri="{BB962C8B-B14F-4D97-AF65-F5344CB8AC3E}">
        <p14:creationId xmlns:p14="http://schemas.microsoft.com/office/powerpoint/2010/main" val="3800807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Date Placeholder 7"/>
          <p:cNvSpPr>
            <a:spLocks noGrp="1"/>
          </p:cNvSpPr>
          <p:nvPr>
            <p:ph type="dt" sz="half" idx="10"/>
          </p:nvPr>
        </p:nvSpPr>
        <p:spPr/>
        <p:txBody>
          <a:bodyPr/>
          <a:lstStyle/>
          <a:p>
            <a:fld id="{EB9E989A-8AEA-4183-B01A-3E606333173D}" type="datetime1">
              <a:rPr lang="en-IN" smtClean="0"/>
              <a:t>13-07-2026</a:t>
            </a:fld>
            <a:endParaRPr lang="en-IN"/>
          </a:p>
        </p:txBody>
      </p:sp>
      <p:sp>
        <p:nvSpPr>
          <p:cNvPr id="9" name="Footer Placeholder 8"/>
          <p:cNvSpPr>
            <a:spLocks noGrp="1"/>
          </p:cNvSpPr>
          <p:nvPr>
            <p:ph type="ftr" sz="quarter" idx="11"/>
          </p:nvPr>
        </p:nvSpPr>
        <p:spPr/>
        <p:txBody>
          <a:bodyPr/>
          <a:lstStyle/>
          <a:p>
            <a:r>
              <a:rPr lang="en-IN"/>
              <a:t>title of the project</a:t>
            </a:r>
          </a:p>
        </p:txBody>
      </p:sp>
      <p:sp>
        <p:nvSpPr>
          <p:cNvPr id="10" name="Slide Number Placeholder 9"/>
          <p:cNvSpPr>
            <a:spLocks noGrp="1"/>
          </p:cNvSpPr>
          <p:nvPr>
            <p:ph type="sldNum" sz="quarter" idx="12"/>
          </p:nvPr>
        </p:nvSpPr>
        <p:spPr/>
        <p:txBody>
          <a:bodyPr/>
          <a:lstStyle/>
          <a:p>
            <a:fld id="{99A98606-10CC-4876-811F-5AF59FAFB594}" type="slidenum">
              <a:rPr lang="en-IN" smtClean="0"/>
              <a:t>‹#›</a:t>
            </a:fld>
            <a:endParaRPr lang="en-IN"/>
          </a:p>
        </p:txBody>
      </p:sp>
      <p:sp>
        <p:nvSpPr>
          <p:cNvPr id="11" name="Rectangle 10"/>
          <p:cNvSpPr/>
          <p:nvPr/>
        </p:nvSpPr>
        <p:spPr>
          <a:xfrm>
            <a:off x="11292840" y="0"/>
            <a:ext cx="9144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overrideClrMapping bg1="dk1" tx1="lt1" bg2="dk2" tx2="lt2" accent1="accent1" accent2="accent2" accent3="accent3" accent4="accent4" accent5="accent5" accent6="accent6" hlink="hlink" folHlink="folHlink"/>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53BB41-75E7-43DC-875E-58362584A46A}" type="datetime1">
              <a:rPr lang="en-IN" smtClean="0"/>
              <a:t>13-07-2026</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9A98606-10CC-4876-811F-5AF59FAFB594}" type="slidenum">
              <a:rPr lang="en-IN" smtClean="0"/>
              <a:t>‹#›</a:t>
            </a:fld>
            <a:endParaRPr lang="en-IN"/>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FAB905-BDFE-43A9-9B39-674EF253AFA2}" type="datetime1">
              <a:rPr lang="en-IN" smtClean="0"/>
              <a:t>13-07-2026</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9A98606-10CC-4876-811F-5AF59FAFB594}" type="slidenum">
              <a:rPr lang="en-IN" smtClean="0"/>
              <a:t>‹#›</a:t>
            </a:fld>
            <a:endParaRPr lang="en-IN"/>
          </a:p>
        </p:txBody>
      </p:sp>
      <p:sp>
        <p:nvSpPr>
          <p:cNvPr id="8" name="Rectangle 7"/>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102A0EF-40D0-46FF-921B-643BDD0DAD1E}" type="datetime1">
              <a:rPr lang="en-IN" smtClean="0"/>
              <a:t>13-07-2026</a:t>
            </a:fld>
            <a:endParaRPr lang="en-IN"/>
          </a:p>
        </p:txBody>
      </p:sp>
      <p:sp>
        <p:nvSpPr>
          <p:cNvPr id="6" name="Footer Placeholder 5"/>
          <p:cNvSpPr>
            <a:spLocks noGrp="1"/>
          </p:cNvSpPr>
          <p:nvPr>
            <p:ph type="ftr" sz="quarter" idx="11"/>
          </p:nvPr>
        </p:nvSpPr>
        <p:spPr/>
        <p:txBody>
          <a:bodyPr/>
          <a:lstStyle/>
          <a:p>
            <a:r>
              <a:rPr lang="en-IN"/>
              <a:t>title of the project</a:t>
            </a:r>
          </a:p>
        </p:txBody>
      </p:sp>
      <p:sp>
        <p:nvSpPr>
          <p:cNvPr id="7" name="Slide Number Placeholder 6"/>
          <p:cNvSpPr>
            <a:spLocks noGrp="1"/>
          </p:cNvSpPr>
          <p:nvPr>
            <p:ph type="sldNum" sz="quarter" idx="12"/>
          </p:nvPr>
        </p:nvSpPr>
        <p:spPr/>
        <p:txBody>
          <a:bodyPr/>
          <a:lstStyle/>
          <a:p>
            <a:fld id="{99A98606-10CC-4876-811F-5AF59FAFB594}" type="slidenum">
              <a:rPr lang="en-IN" smtClean="0"/>
              <a:t>‹#›</a:t>
            </a:fld>
            <a:endParaRPr lang="en-IN"/>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21606"/>
            <a:ext cx="4480560" cy="731520"/>
          </a:xfrm>
        </p:spPr>
        <p:txBody>
          <a:bodyPr anchor="b">
            <a:normAutofit/>
          </a:bodyPr>
          <a:lstStyle>
            <a:lvl1pPr marL="0" indent="0">
              <a:spcBef>
                <a:spcPts val="0"/>
              </a:spcBef>
              <a:buNone/>
              <a:defRPr sz="2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3"/>
          </p:nvPr>
        </p:nvSpPr>
        <p:spPr>
          <a:xfrm>
            <a:off x="6126480" y="1721606"/>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5DDA37-C85B-4E06-B1AA-7F077924EB16}" type="datetime1">
              <a:rPr lang="en-IN" smtClean="0"/>
              <a:t>13-07-2026</a:t>
            </a:fld>
            <a:endParaRPr lang="en-IN"/>
          </a:p>
        </p:txBody>
      </p:sp>
      <p:sp>
        <p:nvSpPr>
          <p:cNvPr id="8" name="Footer Placeholder 7"/>
          <p:cNvSpPr>
            <a:spLocks noGrp="1"/>
          </p:cNvSpPr>
          <p:nvPr>
            <p:ph type="ftr" sz="quarter" idx="11"/>
          </p:nvPr>
        </p:nvSpPr>
        <p:spPr/>
        <p:txBody>
          <a:bodyPr/>
          <a:lstStyle/>
          <a:p>
            <a:r>
              <a:rPr lang="en-IN"/>
              <a:t>title of the project</a:t>
            </a:r>
          </a:p>
        </p:txBody>
      </p:sp>
      <p:sp>
        <p:nvSpPr>
          <p:cNvPr id="9" name="Slide Number Placeholder 8"/>
          <p:cNvSpPr>
            <a:spLocks noGrp="1"/>
          </p:cNvSpPr>
          <p:nvPr>
            <p:ph type="sldNum" sz="quarter" idx="12"/>
          </p:nvPr>
        </p:nvSpPr>
        <p:spPr/>
        <p:txBody>
          <a:bodyPr/>
          <a:lstStyle/>
          <a:p>
            <a:fld id="{99A98606-10CC-4876-811F-5AF59FAFB594}" type="slidenum">
              <a:rPr lang="en-IN" smtClean="0"/>
              <a:t>‹#›</a:t>
            </a:fld>
            <a:endParaRPr lang="en-IN"/>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C81FA9-9802-46A7-88E5-3382291AFD68}" type="datetime1">
              <a:rPr lang="en-IN" smtClean="0"/>
              <a:t>13-07-2026</a:t>
            </a:fld>
            <a:endParaRPr lang="en-IN"/>
          </a:p>
        </p:txBody>
      </p:sp>
      <p:sp>
        <p:nvSpPr>
          <p:cNvPr id="4" name="Footer Placeholder 3"/>
          <p:cNvSpPr>
            <a:spLocks noGrp="1"/>
          </p:cNvSpPr>
          <p:nvPr>
            <p:ph type="ftr" sz="quarter" idx="11"/>
          </p:nvPr>
        </p:nvSpPr>
        <p:spPr/>
        <p:txBody>
          <a:bodyPr/>
          <a:lstStyle/>
          <a:p>
            <a:r>
              <a:rPr lang="en-IN"/>
              <a:t>title of the project</a:t>
            </a:r>
          </a:p>
        </p:txBody>
      </p:sp>
      <p:sp>
        <p:nvSpPr>
          <p:cNvPr id="5" name="Slide Number Placeholder 4"/>
          <p:cNvSpPr>
            <a:spLocks noGrp="1"/>
          </p:cNvSpPr>
          <p:nvPr>
            <p:ph type="sldNum" sz="quarter" idx="12"/>
          </p:nvPr>
        </p:nvSpPr>
        <p:spPr/>
        <p:txBody>
          <a:bodyPr/>
          <a:lstStyle/>
          <a:p>
            <a:fld id="{99A98606-10CC-4876-811F-5AF59FAFB594}" type="slidenum">
              <a:rPr lang="en-IN" smtClean="0"/>
              <a:t>‹#›</a:t>
            </a:fld>
            <a:endParaRPr lang="en-IN"/>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302774-A97A-4DF0-BC84-1183BE7EF482}" type="datetime1">
              <a:rPr lang="en-IN" smtClean="0"/>
              <a:t>13-07-2026</a:t>
            </a:fld>
            <a:endParaRPr lang="en-IN"/>
          </a:p>
        </p:txBody>
      </p:sp>
      <p:sp>
        <p:nvSpPr>
          <p:cNvPr id="3" name="Footer Placeholder 2"/>
          <p:cNvSpPr>
            <a:spLocks noGrp="1"/>
          </p:cNvSpPr>
          <p:nvPr>
            <p:ph type="ftr" sz="quarter" idx="11"/>
          </p:nvPr>
        </p:nvSpPr>
        <p:spPr/>
        <p:txBody>
          <a:bodyPr/>
          <a:lstStyle/>
          <a:p>
            <a:r>
              <a:rPr lang="en-IN"/>
              <a:t>title of the project</a:t>
            </a:r>
          </a:p>
        </p:txBody>
      </p:sp>
      <p:sp>
        <p:nvSpPr>
          <p:cNvPr id="4" name="Slide Number Placeholder 3"/>
          <p:cNvSpPr>
            <a:spLocks noGrp="1"/>
          </p:cNvSpPr>
          <p:nvPr>
            <p:ph type="sldNum" sz="quarter" idx="12"/>
          </p:nvPr>
        </p:nvSpPr>
        <p:spPr/>
        <p:txBody>
          <a:bodyPr/>
          <a:lstStyle/>
          <a:p>
            <a:fld id="{99A98606-10CC-4876-811F-5AF59FAFB594}" type="slidenum">
              <a:rPr lang="en-IN" smtClean="0"/>
              <a:t>‹#›</a:t>
            </a:fld>
            <a:endParaRPr lang="en-IN"/>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1"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213D07-4860-4BD9-9409-D3CE0993496F}" type="datetime1">
              <a:rPr lang="en-IN" smtClean="0"/>
              <a:t>13-07-2026</a:t>
            </a:fld>
            <a:endParaRPr lang="en-IN"/>
          </a:p>
        </p:txBody>
      </p:sp>
      <p:sp>
        <p:nvSpPr>
          <p:cNvPr id="6" name="Footer Placeholder 5"/>
          <p:cNvSpPr>
            <a:spLocks noGrp="1"/>
          </p:cNvSpPr>
          <p:nvPr>
            <p:ph type="ftr" sz="quarter" idx="11"/>
          </p:nvPr>
        </p:nvSpPr>
        <p:spPr/>
        <p:txBody>
          <a:bodyPr/>
          <a:lstStyle/>
          <a:p>
            <a:r>
              <a:rPr lang="en-IN"/>
              <a:t>title of the project</a:t>
            </a:r>
          </a:p>
        </p:txBody>
      </p:sp>
      <p:sp>
        <p:nvSpPr>
          <p:cNvPr id="7" name="Slide Number Placeholder 6"/>
          <p:cNvSpPr>
            <a:spLocks noGrp="1"/>
          </p:cNvSpPr>
          <p:nvPr>
            <p:ph type="sldNum" sz="quarter" idx="12"/>
          </p:nvPr>
        </p:nvSpPr>
        <p:spPr/>
        <p:txBody>
          <a:bodyPr/>
          <a:lstStyle/>
          <a:p>
            <a:fld id="{99A98606-10CC-4876-811F-5AF59FAFB594}" type="slidenum">
              <a:rPr lang="en-IN" smtClean="0"/>
              <a:t>‹#›</a:t>
            </a:fld>
            <a:endParaRPr lang="en-IN"/>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914400" y="5257800"/>
            <a:ext cx="9982200" cy="914400"/>
          </a:xfrm>
        </p:spPr>
        <p:txBody>
          <a:bodyPr anchor="b">
            <a:normAutofit/>
          </a:bodyPr>
          <a:lstStyle>
            <a:lvl1pPr>
              <a:defRPr sz="2800" b="1">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a:solidFill>
                  <a:schemeClr val="accent1">
                    <a:lumMod val="20000"/>
                    <a:lumOff val="8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7F15DB-9CE5-4DEE-A107-3DF6FC66F9E8}" type="datetime1">
              <a:rPr lang="en-IN" smtClean="0"/>
              <a:t>13-07-2026</a:t>
            </a:fld>
            <a:endParaRPr lang="en-IN"/>
          </a:p>
        </p:txBody>
      </p:sp>
      <p:sp>
        <p:nvSpPr>
          <p:cNvPr id="6" name="Footer Placeholder 5"/>
          <p:cNvSpPr>
            <a:spLocks noGrp="1"/>
          </p:cNvSpPr>
          <p:nvPr>
            <p:ph type="ftr" sz="quarter" idx="11"/>
          </p:nvPr>
        </p:nvSpPr>
        <p:spPr/>
        <p:txBody>
          <a:bodyPr/>
          <a:lstStyle/>
          <a:p>
            <a:r>
              <a:rPr lang="en-IN"/>
              <a:t>title of the project</a:t>
            </a:r>
          </a:p>
        </p:txBody>
      </p:sp>
      <p:sp>
        <p:nvSpPr>
          <p:cNvPr id="7" name="Slide Number Placeholder 6"/>
          <p:cNvSpPr>
            <a:spLocks noGrp="1"/>
          </p:cNvSpPr>
          <p:nvPr>
            <p:ph type="sldNum" sz="quarter" idx="12"/>
          </p:nvPr>
        </p:nvSpPr>
        <p:spPr/>
        <p:txBody>
          <a:bodyPr/>
          <a:lstStyle/>
          <a:p>
            <a:fld id="{99A98606-10CC-4876-811F-5AF59FAFB594}" type="slidenum">
              <a:rPr lang="en-IN" smtClean="0"/>
              <a:t>‹#›</a:t>
            </a:fld>
            <a:endParaRPr lang="en-IN"/>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F22532-1E29-4DA2-BC42-54098843A28B}" type="datetime1">
              <a:rPr lang="en-IN" smtClean="0"/>
              <a:t>13-07-2026</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9A98606-10CC-4876-811F-5AF59FAFB594}" type="slidenum">
              <a:rPr lang="en-IN" smtClean="0"/>
              <a:t>‹#›</a:t>
            </a:fld>
            <a:endParaRPr lang="en-IN"/>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EEF065-09BE-4E9E-A518-778116831D4D}" type="datetime1">
              <a:rPr lang="en-IN" smtClean="0"/>
              <a:t>13-07-2026</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9A98606-10CC-4876-811F-5AF59FAFB594}" type="slidenum">
              <a:rPr lang="en-IN" smtClean="0"/>
              <a:t>‹#›</a:t>
            </a:fld>
            <a:endParaRPr lang="en-IN"/>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261872" y="262393"/>
            <a:ext cx="9692640" cy="1428929"/>
          </a:xfrm>
          <a:prstGeom prst="rect">
            <a:avLst/>
          </a:prstGeom>
        </p:spPr>
        <p:txBody>
          <a:bodyPr vert="horz" lIns="91440" tIns="27432"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100" b="0">
                <a:solidFill>
                  <a:schemeClr val="tx2">
                    <a:lumMod val="40000"/>
                    <a:lumOff val="60000"/>
                  </a:schemeClr>
                </a:solidFill>
              </a:defRPr>
            </a:lvl1pPr>
          </a:lstStyle>
          <a:p>
            <a:fld id="{3936D3A3-34B3-40F7-9038-4162103F8008}" type="datetime1">
              <a:rPr lang="en-IN" smtClean="0"/>
              <a:t>13-07-2026</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100">
                <a:solidFill>
                  <a:schemeClr val="tx2">
                    <a:lumMod val="40000"/>
                    <a:lumOff val="60000"/>
                  </a:schemeClr>
                </a:solidFill>
              </a:defRPr>
            </a:lvl1pPr>
          </a:lstStyle>
          <a:p>
            <a:r>
              <a:rPr lang="en-IN"/>
              <a:t>title of the project</a:t>
            </a: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mj-lt"/>
              </a:defRPr>
            </a:lvl1pPr>
          </a:lstStyle>
          <a:p>
            <a:fld id="{99A98606-10CC-4876-811F-5AF59FAFB59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hf hdr="0" ftr="0" dt="0"/>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anose="020B0604020202020204"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5pPr>
      <a:lvl6pPr marL="1600200"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6pPr>
      <a:lvl7pPr marL="1899920"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7pPr>
      <a:lvl8pPr marL="2200275"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8pPr>
      <a:lvl9pPr marL="2499995"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Subtitle 2"/>
          <p:cNvSpPr txBox="1"/>
          <p:nvPr/>
        </p:nvSpPr>
        <p:spPr>
          <a:xfrm>
            <a:off x="3375026" y="3124200"/>
            <a:ext cx="4898118" cy="521335"/>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anose="020B0604020202020204" pitchFamily="34" charset="0"/>
              <a:buNone/>
              <a:defRPr sz="2200" kern="1200" spc="3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200" kern="1200">
                <a:solidFill>
                  <a:schemeClr val="tx1">
                    <a:lumMod val="65000"/>
                    <a:lumOff val="3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200" kern="1200">
                <a:solidFill>
                  <a:schemeClr val="tx1">
                    <a:lumMod val="65000"/>
                    <a:lumOff val="3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000" kern="1200">
                <a:solidFill>
                  <a:schemeClr val="tx1">
                    <a:lumMod val="65000"/>
                    <a:lumOff val="3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000" kern="1200">
                <a:solidFill>
                  <a:schemeClr val="tx1">
                    <a:lumMod val="65000"/>
                    <a:lumOff val="3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000" kern="1200">
                <a:solidFill>
                  <a:schemeClr val="tx1">
                    <a:lumMod val="65000"/>
                    <a:lumOff val="3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000" kern="1200">
                <a:solidFill>
                  <a:schemeClr val="tx1">
                    <a:lumMod val="65000"/>
                    <a:lumOff val="3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000" kern="1200">
                <a:solidFill>
                  <a:schemeClr val="tx1">
                    <a:lumMod val="65000"/>
                    <a:lumOff val="3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000" kern="1200">
                <a:solidFill>
                  <a:schemeClr val="tx1">
                    <a:lumMod val="65000"/>
                    <a:lumOff val="35000"/>
                  </a:schemeClr>
                </a:solidFill>
                <a:latin typeface="+mn-lt"/>
                <a:ea typeface="+mn-ea"/>
                <a:cs typeface="+mn-cs"/>
              </a:defRPr>
            </a:lvl9pPr>
          </a:lstStyle>
          <a:p>
            <a:pPr algn="ctr"/>
            <a:r>
              <a:rPr lang="en-US" sz="2000" b="1" dirty="0">
                <a:solidFill>
                  <a:schemeClr val="accent3">
                    <a:lumMod val="50000"/>
                  </a:schemeClr>
                </a:solidFill>
                <a:latin typeface="Times New Roman" panose="02020603050405020304" pitchFamily="18" charset="0"/>
                <a:cs typeface="Times New Roman" panose="02020603050405020304" pitchFamily="18" charset="0"/>
              </a:rPr>
              <a:t>Presented By:</a:t>
            </a:r>
          </a:p>
          <a:p>
            <a:pPr algn="ctr"/>
            <a:endParaRPr lang="en-US" sz="2000" dirty="0">
              <a:solidFill>
                <a:schemeClr val="tx2">
                  <a:lumMod val="25000"/>
                </a:schemeClr>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2824843" y="3384867"/>
            <a:ext cx="6542314" cy="2743201"/>
          </a:xfrm>
          <a:prstGeom prst="rect">
            <a:avLst/>
          </a:prstGeom>
          <a:noFill/>
        </p:spPr>
        <p:txBody>
          <a:bodyPr wrap="square">
            <a:noAutofit/>
          </a:bodyPr>
          <a:lstStyle/>
          <a:p>
            <a:pPr>
              <a:lnSpc>
                <a:spcPct val="150000"/>
              </a:lnSpc>
              <a:defRPr/>
            </a:pPr>
            <a:r>
              <a:rPr lang="en-IN" alt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Shaik Mohammad Wafeeq Ali</a:t>
            </a:r>
            <a:r>
              <a:rPr lang="en-US" alt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a:t>
            </a:r>
            <a:r>
              <a:rPr 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a:t>
            </a:r>
            <a:r>
              <a:rPr lang="en-IN" alt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a:t>
            </a:r>
            <a:r>
              <a:rPr 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23761A4253</a:t>
            </a:r>
          </a:p>
          <a:p>
            <a:pPr>
              <a:lnSpc>
                <a:spcPct val="150000"/>
              </a:lnSpc>
              <a:defRPr/>
            </a:pPr>
            <a:r>
              <a:rPr 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a:t>
            </a:r>
            <a:r>
              <a:rPr lang="en-US" sz="2000" dirty="0" err="1">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Padakandla</a:t>
            </a:r>
            <a:r>
              <a:rPr 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Ganesh</a:t>
            </a:r>
            <a:r>
              <a:rPr lang="en-IN" alt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a:t>
            </a:r>
            <a:r>
              <a:rPr 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23765A4240</a:t>
            </a:r>
          </a:p>
          <a:p>
            <a:pPr>
              <a:lnSpc>
                <a:spcPct val="150000"/>
              </a:lnSpc>
              <a:defRPr/>
            </a:pPr>
            <a:r>
              <a:rPr 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a:t>
            </a:r>
            <a:r>
              <a:rPr lang="en-IN" alt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a:t>
            </a:r>
            <a:r>
              <a:rPr lang="en-IN" altLang="en-US" sz="2000" dirty="0" err="1">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Mulukuri</a:t>
            </a:r>
            <a:r>
              <a:rPr lang="en-IN" alt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Sreeram</a:t>
            </a:r>
            <a:r>
              <a:rPr lang="en-US" alt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a:t>
            </a:r>
            <a:r>
              <a:rPr 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   23761A4236</a:t>
            </a:r>
          </a:p>
          <a:p>
            <a:pPr>
              <a:lnSpc>
                <a:spcPct val="150000"/>
              </a:lnSpc>
              <a:defRPr/>
            </a:pPr>
            <a:r>
              <a:rPr 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a:t>
            </a:r>
            <a:r>
              <a:rPr lang="en-US" sz="2000" dirty="0" err="1">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Nalajala</a:t>
            </a:r>
            <a:r>
              <a:rPr 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Vishnu Priya  :   23761A4237 </a:t>
            </a:r>
          </a:p>
          <a:p>
            <a:pPr>
              <a:lnSpc>
                <a:spcPct val="150000"/>
              </a:lnSpc>
              <a:defRPr/>
            </a:pPr>
            <a:r>
              <a:rPr lang="en-US" sz="2000" dirty="0">
                <a:solidFill>
                  <a:schemeClr val="tx2">
                    <a:lumMod val="25000"/>
                  </a:schemeClr>
                </a:solidFill>
                <a:latin typeface="Baskerville Old Face" panose="02020602080505020303" pitchFamily="18" charset="0"/>
                <a:ea typeface="Calibri" panose="020F0502020204030204" pitchFamily="34" charset="0"/>
                <a:cs typeface="Times New Roman" panose="02020603050405020304" pitchFamily="18" charset="0"/>
              </a:rPr>
              <a:t>       </a:t>
            </a:r>
          </a:p>
        </p:txBody>
      </p:sp>
      <p:sp>
        <p:nvSpPr>
          <p:cNvPr id="11" name="Subtitle 2"/>
          <p:cNvSpPr txBox="1"/>
          <p:nvPr/>
        </p:nvSpPr>
        <p:spPr>
          <a:xfrm>
            <a:off x="3997325" y="5308600"/>
            <a:ext cx="3927475" cy="1320165"/>
          </a:xfrm>
          <a:prstGeom prst="rect">
            <a:avLst/>
          </a:prstGeom>
        </p:spPr>
        <p:txBody>
          <a:bodyPr vert="horz" lIns="91440" tIns="45720" rIns="91440" bIns="45720" rtlCol="0">
            <a:normAutofit fontScale="95000" lnSpcReduction="10000"/>
          </a:bodyPr>
          <a:lstStyle>
            <a:lvl1pPr marL="0" indent="0" algn="l" defTabSz="914400" rtl="0" eaLnBrk="1" latinLnBrk="0" hangingPunct="1">
              <a:lnSpc>
                <a:spcPct val="95000"/>
              </a:lnSpc>
              <a:spcBef>
                <a:spcPts val="1400"/>
              </a:spcBef>
              <a:spcAft>
                <a:spcPts val="200"/>
              </a:spcAft>
              <a:buClr>
                <a:schemeClr val="accent1"/>
              </a:buClr>
              <a:buSzPct val="80000"/>
              <a:buFont typeface="Arial" panose="020B0604020202020204" pitchFamily="34" charset="0"/>
              <a:buNone/>
              <a:defRPr sz="2200" kern="1200" spc="3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200" kern="1200">
                <a:solidFill>
                  <a:schemeClr val="tx1">
                    <a:lumMod val="65000"/>
                    <a:lumOff val="3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200" kern="1200">
                <a:solidFill>
                  <a:schemeClr val="tx1">
                    <a:lumMod val="65000"/>
                    <a:lumOff val="3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000" kern="1200">
                <a:solidFill>
                  <a:schemeClr val="tx1">
                    <a:lumMod val="65000"/>
                    <a:lumOff val="3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000" kern="1200">
                <a:solidFill>
                  <a:schemeClr val="tx1">
                    <a:lumMod val="65000"/>
                    <a:lumOff val="3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000" kern="1200">
                <a:solidFill>
                  <a:schemeClr val="tx1">
                    <a:lumMod val="65000"/>
                    <a:lumOff val="3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000" kern="1200">
                <a:solidFill>
                  <a:schemeClr val="tx1">
                    <a:lumMod val="65000"/>
                    <a:lumOff val="3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000" kern="1200">
                <a:solidFill>
                  <a:schemeClr val="tx1">
                    <a:lumMod val="65000"/>
                    <a:lumOff val="3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anose="05020102010507070707" pitchFamily="18" charset="2"/>
              <a:buNone/>
              <a:defRPr sz="2000" kern="1200">
                <a:solidFill>
                  <a:schemeClr val="tx1">
                    <a:lumMod val="65000"/>
                    <a:lumOff val="35000"/>
                  </a:schemeClr>
                </a:solidFill>
                <a:latin typeface="+mn-lt"/>
                <a:ea typeface="+mn-ea"/>
                <a:cs typeface="+mn-cs"/>
              </a:defRPr>
            </a:lvl9pPr>
          </a:lstStyle>
          <a:p>
            <a:pPr algn="ctr">
              <a:lnSpc>
                <a:spcPct val="150000"/>
              </a:lnSpc>
              <a:spcBef>
                <a:spcPts val="0"/>
              </a:spcBef>
              <a:spcAft>
                <a:spcPts val="0"/>
              </a:spcAft>
            </a:pPr>
            <a:r>
              <a:rPr lang="en-US" sz="2000" b="1" dirty="0">
                <a:solidFill>
                  <a:schemeClr val="accent3">
                    <a:lumMod val="50000"/>
                  </a:schemeClr>
                </a:solidFill>
                <a:latin typeface="Times New Roman" panose="02020603050405020304" pitchFamily="18" charset="0"/>
                <a:cs typeface="Times New Roman" panose="02020603050405020304" pitchFamily="18" charset="0"/>
              </a:rPr>
              <a:t>Under Guidance of :</a:t>
            </a:r>
          </a:p>
          <a:p>
            <a:pPr algn="ctr">
              <a:lnSpc>
                <a:spcPct val="150000"/>
              </a:lnSpc>
              <a:spcBef>
                <a:spcPts val="0"/>
              </a:spcBef>
              <a:spcAft>
                <a:spcPts val="0"/>
              </a:spcAft>
            </a:pPr>
            <a:r>
              <a:rPr lang="en-US" altLang="en-GB" sz="2000" dirty="0" err="1">
                <a:solidFill>
                  <a:schemeClr val="accent3">
                    <a:lumMod val="50000"/>
                  </a:schemeClr>
                </a:solidFill>
                <a:latin typeface="Times New Roman" panose="02020603050405020304" pitchFamily="18" charset="0"/>
                <a:cs typeface="Times New Roman" panose="02020603050405020304" pitchFamily="18" charset="0"/>
              </a:rPr>
              <a:t>Mr</a:t>
            </a:r>
            <a:r>
              <a:rPr lang="en-US" altLang="en-GB" sz="2000" dirty="0">
                <a:solidFill>
                  <a:schemeClr val="accent3">
                    <a:lumMod val="50000"/>
                  </a:schemeClr>
                </a:solidFill>
                <a:latin typeface="Times New Roman" panose="02020603050405020304" pitchFamily="18" charset="0"/>
                <a:cs typeface="Times New Roman" panose="02020603050405020304" pitchFamily="18" charset="0"/>
              </a:rPr>
              <a:t> I. Mallikharjuna Rao </a:t>
            </a:r>
          </a:p>
          <a:p>
            <a:pPr algn="ctr">
              <a:lnSpc>
                <a:spcPct val="150000"/>
              </a:lnSpc>
              <a:spcBef>
                <a:spcPts val="0"/>
              </a:spcBef>
              <a:spcAft>
                <a:spcPts val="0"/>
              </a:spcAft>
            </a:pPr>
            <a:r>
              <a:rPr lang="en-US" altLang="en-GB" sz="2000" dirty="0">
                <a:solidFill>
                  <a:schemeClr val="accent3">
                    <a:lumMod val="50000"/>
                  </a:schemeClr>
                </a:solidFill>
                <a:latin typeface="Times New Roman" panose="02020603050405020304" pitchFamily="18" charset="0"/>
                <a:cs typeface="Times New Roman" panose="02020603050405020304" pitchFamily="18" charset="0"/>
              </a:rPr>
              <a:t> Assistant Professor</a:t>
            </a:r>
          </a:p>
          <a:p>
            <a:pPr algn="ctr">
              <a:lnSpc>
                <a:spcPct val="150000"/>
              </a:lnSpc>
              <a:spcBef>
                <a:spcPts val="0"/>
              </a:spcBef>
              <a:spcAft>
                <a:spcPts val="0"/>
              </a:spcAft>
            </a:pPr>
            <a:endParaRPr lang="en-US" altLang="en-GB" sz="2000" dirty="0">
              <a:solidFill>
                <a:schemeClr val="accent3">
                  <a:lumMod val="50000"/>
                </a:schemeClr>
              </a:solidFill>
              <a:latin typeface="Times New Roman" panose="02020603050405020304" pitchFamily="18" charset="0"/>
              <a:cs typeface="Times New Roman" panose="02020603050405020304" pitchFamily="18" charset="0"/>
            </a:endParaRPr>
          </a:p>
          <a:p>
            <a:pPr algn="ctr">
              <a:lnSpc>
                <a:spcPct val="150000"/>
              </a:lnSpc>
              <a:spcBef>
                <a:spcPts val="0"/>
              </a:spcBef>
              <a:spcAft>
                <a:spcPts val="0"/>
              </a:spcAft>
            </a:pPr>
            <a:endParaRPr lang="en-US" sz="2000" dirty="0">
              <a:solidFill>
                <a:schemeClr val="accent3">
                  <a:lumMod val="50000"/>
                </a:schemeClr>
              </a:solidFill>
              <a:latin typeface="Times New Roman" panose="02020603050405020304" pitchFamily="18" charset="0"/>
              <a:cs typeface="Times New Roman" panose="02020603050405020304" pitchFamily="18" charset="0"/>
            </a:endParaRPr>
          </a:p>
          <a:p>
            <a:pPr algn="ctr"/>
            <a:endParaRPr lang="en-US" sz="2000" dirty="0">
              <a:solidFill>
                <a:schemeClr val="tx2">
                  <a:lumMod val="25000"/>
                </a:schemeClr>
              </a:solidFill>
              <a:latin typeface="Times New Roman" panose="02020603050405020304" pitchFamily="18" charset="0"/>
              <a:cs typeface="Times New Roman" panose="02020603050405020304" pitchFamily="18" charset="0"/>
            </a:endParaRPr>
          </a:p>
        </p:txBody>
      </p:sp>
      <p:sp>
        <p:nvSpPr>
          <p:cNvPr id="14" name="Slide Number Placeholder 13"/>
          <p:cNvSpPr>
            <a:spLocks noGrp="1"/>
          </p:cNvSpPr>
          <p:nvPr>
            <p:ph type="sldNum" sz="quarter" idx="12"/>
          </p:nvPr>
        </p:nvSpPr>
        <p:spPr/>
        <p:txBody>
          <a:bodyPr>
            <a:normAutofit fontScale="97500" lnSpcReduction="10000"/>
          </a:bodyPr>
          <a:lstStyle/>
          <a:p>
            <a:fld id="{99A98606-10CC-4876-811F-5AF59FAFB594}" type="slidenum">
              <a:rPr lang="en-IN" smtClean="0"/>
              <a:t>1</a:t>
            </a:fld>
            <a:endParaRPr lang="en-IN"/>
          </a:p>
        </p:txBody>
      </p:sp>
      <p:sp>
        <p:nvSpPr>
          <p:cNvPr id="9" name="Text Box 8"/>
          <p:cNvSpPr txBox="1"/>
          <p:nvPr/>
        </p:nvSpPr>
        <p:spPr>
          <a:xfrm>
            <a:off x="798830" y="184150"/>
            <a:ext cx="10200005" cy="1005840"/>
          </a:xfrm>
          <a:prstGeom prst="rect">
            <a:avLst/>
          </a:prstGeom>
          <a:noFill/>
        </p:spPr>
        <p:txBody>
          <a:bodyPr wrap="square" rtlCol="0" anchor="t">
            <a:noAutofit/>
          </a:bodyPr>
          <a:lstStyle/>
          <a:p>
            <a:pPr algn="ctr"/>
            <a:r>
              <a:rPr lang="en-IN" altLang="en-US" b="1" dirty="0">
                <a:solidFill>
                  <a:schemeClr val="tx2">
                    <a:lumMod val="25000"/>
                  </a:schemeClr>
                </a:solidFill>
                <a:effectLst/>
                <a:highlight>
                  <a:srgbClr val="C0C0C0"/>
                </a:highlight>
                <a:latin typeface="Times New Roman" panose="02020603050405020304" pitchFamily="18" charset="0"/>
                <a:ea typeface="Calibri" panose="020F0502020204030204" pitchFamily="34" charset="0"/>
                <a:cs typeface="Gautami" panose="020B0502040204020203" pitchFamily="34" charset="0"/>
                <a:sym typeface="+mn-ea"/>
              </a:rPr>
              <a:t>   D</a:t>
            </a:r>
            <a:r>
              <a:rPr lang="en-US" b="1" dirty="0">
                <a:solidFill>
                  <a:schemeClr val="tx2">
                    <a:lumMod val="25000"/>
                  </a:schemeClr>
                </a:solidFill>
                <a:effectLst/>
                <a:highlight>
                  <a:srgbClr val="C0C0C0"/>
                </a:highlight>
                <a:latin typeface="Times New Roman" panose="02020603050405020304" pitchFamily="18" charset="0"/>
                <a:ea typeface="Calibri" panose="020F0502020204030204" pitchFamily="34" charset="0"/>
                <a:cs typeface="Gautami" panose="020B0502040204020203" pitchFamily="34" charset="0"/>
                <a:sym typeface="+mn-ea"/>
              </a:rPr>
              <a:t>EPARTMENT OF COMPUTER SCIENCE &amp; ENGINEERING (AI&amp;ML)</a:t>
            </a:r>
            <a:endParaRPr lang="en-US" sz="1800" b="1" dirty="0">
              <a:solidFill>
                <a:schemeClr val="bg2">
                  <a:lumMod val="50000"/>
                </a:schemeClr>
              </a:solidFill>
              <a:effectLst/>
              <a:latin typeface="Bookman Old Style" panose="02050604050505020204" pitchFamily="18" charset="0"/>
              <a:ea typeface="Calibri" panose="020F0502020204030204" pitchFamily="34" charset="0"/>
              <a:cs typeface="Times New Roman" panose="02020603050405020304" pitchFamily="18" charset="0"/>
            </a:endParaRPr>
          </a:p>
          <a:p>
            <a:pPr algn="ctr"/>
            <a:r>
              <a:rPr lang="en-US" b="1" dirty="0">
                <a:solidFill>
                  <a:schemeClr val="bg2">
                    <a:lumMod val="50000"/>
                  </a:schemeClr>
                </a:solidFill>
                <a:effectLst/>
                <a:latin typeface="Bookman Old Style" panose="02050604050505020204" pitchFamily="18" charset="0"/>
                <a:ea typeface="Calibri" panose="020F0502020204030204" pitchFamily="34" charset="0"/>
                <a:cs typeface="Times New Roman" panose="02020603050405020304" pitchFamily="18" charset="0"/>
                <a:sym typeface="+mn-ea"/>
              </a:rPr>
              <a:t>LAKIREDDY BALI REDDY COLLEGE OF ENGINEERING</a:t>
            </a:r>
            <a:endParaRPr lang="en-IN" sz="1600" dirty="0">
              <a:solidFill>
                <a:schemeClr val="bg2">
                  <a:lumMod val="50000"/>
                </a:schemeClr>
              </a:solidFill>
              <a:effectLst/>
              <a:latin typeface="Calibri" panose="020F0502020204030204" pitchFamily="34" charset="0"/>
              <a:ea typeface="Calibri" panose="020F0502020204030204" pitchFamily="34" charset="0"/>
              <a:cs typeface="Gautami" panose="020B0502040204020203" pitchFamily="34" charset="0"/>
            </a:endParaRPr>
          </a:p>
          <a:p>
            <a:pPr algn="ctr"/>
            <a:r>
              <a:rPr lang="en-US" sz="1400" b="1" dirty="0">
                <a:solidFill>
                  <a:schemeClr val="bg2">
                    <a:lumMod val="50000"/>
                  </a:schemeClr>
                </a:solidFill>
                <a:effectLst/>
                <a:latin typeface="Bookman Old Style" panose="02050604050505020204" pitchFamily="18" charset="0"/>
                <a:ea typeface="Calibri" panose="020F0502020204030204" pitchFamily="34" charset="0"/>
                <a:cs typeface="Times New Roman" panose="02020603050405020304" pitchFamily="18" charset="0"/>
                <a:sym typeface="+mn-ea"/>
              </a:rPr>
              <a:t>(AUTONOMOUS)</a:t>
            </a:r>
            <a:endParaRPr lang="en-IN" sz="1400" dirty="0">
              <a:solidFill>
                <a:schemeClr val="bg2">
                  <a:lumMod val="50000"/>
                </a:schemeClr>
              </a:solidFill>
              <a:effectLst/>
              <a:latin typeface="Calibri" panose="020F0502020204030204" pitchFamily="34" charset="0"/>
              <a:ea typeface="Calibri" panose="020F0502020204030204" pitchFamily="34" charset="0"/>
              <a:cs typeface="Gautami" panose="020B0502040204020203" pitchFamily="34" charset="0"/>
            </a:endParaRPr>
          </a:p>
          <a:p>
            <a:pPr algn="ctr"/>
            <a:r>
              <a:rPr lang="en-US" sz="1400" dirty="0" err="1">
                <a:solidFill>
                  <a:schemeClr val="bg2">
                    <a:lumMod val="50000"/>
                  </a:schemeClr>
                </a:solidFill>
                <a:effectLst/>
                <a:latin typeface="Bookman Old Style" panose="02050604050505020204" pitchFamily="18" charset="0"/>
                <a:ea typeface="Calibri" panose="020F0502020204030204" pitchFamily="34" charset="0"/>
                <a:cs typeface="Times New Roman" panose="02020603050405020304" pitchFamily="18" charset="0"/>
                <a:sym typeface="+mn-ea"/>
              </a:rPr>
              <a:t>L.B.Reddy</a:t>
            </a:r>
            <a:r>
              <a:rPr lang="en-US" sz="1400" dirty="0">
                <a:solidFill>
                  <a:schemeClr val="bg2">
                    <a:lumMod val="50000"/>
                  </a:schemeClr>
                </a:solidFill>
                <a:effectLst/>
                <a:latin typeface="Bookman Old Style" panose="02050604050505020204" pitchFamily="18" charset="0"/>
                <a:ea typeface="Calibri" panose="020F0502020204030204" pitchFamily="34" charset="0"/>
                <a:cs typeface="Times New Roman" panose="02020603050405020304" pitchFamily="18" charset="0"/>
                <a:sym typeface="+mn-ea"/>
              </a:rPr>
              <a:t> Nagar :: </a:t>
            </a:r>
            <a:r>
              <a:rPr lang="en-US" sz="1400" dirty="0" err="1">
                <a:solidFill>
                  <a:schemeClr val="bg2">
                    <a:lumMod val="50000"/>
                  </a:schemeClr>
                </a:solidFill>
                <a:effectLst/>
                <a:latin typeface="Bookman Old Style" panose="02050604050505020204" pitchFamily="18" charset="0"/>
                <a:ea typeface="Calibri" panose="020F0502020204030204" pitchFamily="34" charset="0"/>
                <a:cs typeface="Times New Roman" panose="02020603050405020304" pitchFamily="18" charset="0"/>
                <a:sym typeface="+mn-ea"/>
              </a:rPr>
              <a:t>Mylavaram</a:t>
            </a:r>
            <a:r>
              <a:rPr lang="en-US" sz="1400" dirty="0">
                <a:solidFill>
                  <a:schemeClr val="bg2">
                    <a:lumMod val="50000"/>
                  </a:schemeClr>
                </a:solidFill>
                <a:effectLst/>
                <a:latin typeface="Bookman Old Style" panose="02050604050505020204" pitchFamily="18" charset="0"/>
                <a:ea typeface="Calibri" panose="020F0502020204030204" pitchFamily="34" charset="0"/>
                <a:cs typeface="Times New Roman" panose="02020603050405020304" pitchFamily="18" charset="0"/>
                <a:sym typeface="+mn-ea"/>
              </a:rPr>
              <a:t> – 521 230 :: NTR Dist.:: A.P.</a:t>
            </a:r>
          </a:p>
          <a:p>
            <a:pPr algn="ctr"/>
            <a:r>
              <a:rPr lang="en-IN" altLang="en-US" sz="1400" dirty="0">
                <a:solidFill>
                  <a:schemeClr val="bg2">
                    <a:lumMod val="50000"/>
                  </a:schemeClr>
                </a:solidFill>
                <a:effectLst/>
                <a:latin typeface="Bookman Old Style" panose="02050604050505020204" pitchFamily="18" charset="0"/>
                <a:ea typeface="Calibri" panose="020F0502020204030204" pitchFamily="34" charset="0"/>
                <a:cs typeface="Times New Roman" panose="02020603050405020304" pitchFamily="18" charset="0"/>
                <a:sym typeface="+mn-ea"/>
              </a:rPr>
              <a:t>________________________________________________________________________________________________________________</a:t>
            </a:r>
            <a:endParaRPr lang="en-US" sz="1400" dirty="0">
              <a:solidFill>
                <a:schemeClr val="bg2">
                  <a:lumMod val="50000"/>
                </a:schemeClr>
              </a:solidFill>
              <a:effectLst/>
              <a:latin typeface="Bookman Old Style" panose="02050604050505020204" pitchFamily="18" charset="0"/>
              <a:ea typeface="Calibri" panose="020F0502020204030204" pitchFamily="34" charset="0"/>
              <a:cs typeface="Times New Roman" panose="02020603050405020304" pitchFamily="18" charset="0"/>
              <a:sym typeface="+mn-ea"/>
            </a:endParaRPr>
          </a:p>
          <a:p>
            <a:pPr algn="ctr"/>
            <a:r>
              <a:rPr lang="en-US" sz="3600" dirty="0">
                <a:solidFill>
                  <a:srgbClr val="1F2A44"/>
                </a:solidFill>
                <a:latin typeface="Times New Roman" panose="02020603050405020304" pitchFamily="18" charset="0"/>
                <a:ea typeface="Libre Baskerville Bold"/>
                <a:cs typeface="Times New Roman" panose="02020603050405020304" pitchFamily="18" charset="0"/>
                <a:sym typeface="Libre Baskerville Bold"/>
              </a:rPr>
              <a:t>Hallucination Detection and Correction in</a:t>
            </a:r>
            <a:br>
              <a:rPr lang="en-US" sz="3600" dirty="0">
                <a:solidFill>
                  <a:srgbClr val="1F2A44"/>
                </a:solidFill>
                <a:latin typeface="Times New Roman" panose="02020603050405020304" pitchFamily="18" charset="0"/>
                <a:ea typeface="Libre Baskerville Bold"/>
                <a:cs typeface="Times New Roman" panose="02020603050405020304" pitchFamily="18" charset="0"/>
                <a:sym typeface="Libre Baskerville Bold"/>
              </a:rPr>
            </a:br>
            <a:r>
              <a:rPr lang="en-US" sz="3600" dirty="0">
                <a:solidFill>
                  <a:srgbClr val="1F2A44"/>
                </a:solidFill>
                <a:latin typeface="Times New Roman" panose="02020603050405020304" pitchFamily="18" charset="0"/>
                <a:ea typeface="Libre Baskerville Bold"/>
                <a:cs typeface="Times New Roman" panose="02020603050405020304" pitchFamily="18" charset="0"/>
                <a:sym typeface="Libre Baskerville Bold"/>
              </a:rPr>
              <a:t>Large Language Models </a:t>
            </a:r>
          </a:p>
          <a:p>
            <a:pPr algn="ctr"/>
            <a:endParaRPr lang="en-US" altLang="en-US" b="1" dirty="0">
              <a:solidFill>
                <a:schemeClr val="bg2">
                  <a:lumMod val="50000"/>
                </a:schemeClr>
              </a:solidFill>
              <a:effectLst/>
              <a:latin typeface="Bookman Old Style" panose="02050604050505020204" pitchFamily="18" charset="0"/>
              <a:ea typeface="Calibri" panose="020F0502020204030204" pitchFamily="34" charset="0"/>
              <a:cs typeface="Times New Roman" panose="02020603050405020304" pitchFamily="18" charset="0"/>
              <a:sym typeface="+mn-ea"/>
            </a:endParaRPr>
          </a:p>
          <a:p>
            <a:pPr algn="ctr"/>
            <a:r>
              <a:rPr lang="en-US" altLang="en-US" dirty="0">
                <a:solidFill>
                  <a:schemeClr val="bg2">
                    <a:lumMod val="50000"/>
                  </a:schemeClr>
                </a:solidFill>
                <a:effectLst/>
                <a:latin typeface="Bookman Old Style" panose="02050604050505020204" pitchFamily="18" charset="0"/>
                <a:ea typeface="Calibri" panose="020F0502020204030204" pitchFamily="34" charset="0"/>
                <a:cs typeface="Times New Roman" panose="02020603050405020304" pitchFamily="18" charset="0"/>
                <a:sym typeface="+mn-ea"/>
              </a:rPr>
              <a:t>Project review Batch No:</a:t>
            </a:r>
            <a:r>
              <a:rPr lang="en-US" altLang="en-US" dirty="0">
                <a:solidFill>
                  <a:schemeClr val="bg2">
                    <a:lumMod val="50000"/>
                  </a:schemeClr>
                </a:solidFill>
                <a:latin typeface="Bookman Old Style" panose="02050604050505020204" pitchFamily="18" charset="0"/>
                <a:ea typeface="Calibri" panose="020F0502020204030204" pitchFamily="34" charset="0"/>
                <a:cs typeface="Times New Roman" panose="02020603050405020304" pitchFamily="18" charset="0"/>
                <a:sym typeface="+mn-ea"/>
              </a:rPr>
              <a:t>13</a:t>
            </a:r>
            <a:endParaRPr lang="en-US" altLang="en-US" dirty="0">
              <a:solidFill>
                <a:schemeClr val="bg2">
                  <a:lumMod val="50000"/>
                </a:schemeClr>
              </a:solidFill>
              <a:effectLst/>
              <a:latin typeface="Bookman Old Style" panose="02050604050505020204" pitchFamily="18" charset="0"/>
              <a:ea typeface="Calibri" panose="020F0502020204030204" pitchFamily="34" charset="0"/>
              <a:cs typeface="Times New Roman" panose="02020603050405020304" pitchFamily="18" charset="0"/>
              <a:sym typeface="+mn-ea"/>
            </a:endParaRPr>
          </a:p>
        </p:txBody>
      </p:sp>
      <p:pic>
        <p:nvPicPr>
          <p:cNvPr id="12"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3132" t="4386" r="88726" b="11261"/>
          <a:stretch>
            <a:fillRect/>
          </a:stretch>
        </p:blipFill>
        <p:spPr bwMode="auto">
          <a:xfrm>
            <a:off x="1021715" y="56515"/>
            <a:ext cx="1263650" cy="12617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4787" y="1534160"/>
            <a:ext cx="10262956" cy="4645977"/>
          </a:xfrm>
        </p:spPr>
        <p:txBody>
          <a:bodyPr>
            <a:normAutofit/>
          </a:bodyPr>
          <a:lstStyle/>
          <a:p>
            <a:pPr marL="0" indent="0" algn="just">
              <a:lnSpc>
                <a:spcPct val="150000"/>
              </a:lnSpc>
              <a:buNone/>
            </a:pPr>
            <a:r>
              <a:rPr lang="en-US" altLang="en-GB">
                <a:latin typeface="Times New Roman" panose="02020603050405020304" pitchFamily="18" charset="0"/>
                <a:cs typeface="Times New Roman" panose="02020603050405020304" pitchFamily="18" charset="0"/>
              </a:rPr>
              <a:t>This </a:t>
            </a:r>
            <a:r>
              <a:rPr lang="en-US" altLang="en-GB" dirty="0">
                <a:latin typeface="Times New Roman" panose="02020603050405020304" pitchFamily="18" charset="0"/>
                <a:cs typeface="Times New Roman" panose="02020603050405020304" pitchFamily="18" charset="0"/>
              </a:rPr>
              <a:t>is a proposed system designed to detect and correct hallucinations in large language models — the tendency of these models to produce confident-sounding but factually wrong or unsupported answers. This is a critical problem in fields like healthcare, law, and finance, where such errors can seriously affect trust and decision-making. The project aims to build a framework that not only flags hallucinated content in real time but also explains why it was flagged and corrects it using verified information, all without hurting the fluency of the model's output. The end goal is a system that makes LLMs more reliable, transparent, and safe to use in real-world, high-stakes applications.</a:t>
            </a:r>
          </a:p>
        </p:txBody>
      </p:sp>
      <p:sp>
        <p:nvSpPr>
          <p:cNvPr id="4" name="Title 1"/>
          <p:cNvSpPr>
            <a:spLocks noGrp="1"/>
          </p:cNvSpPr>
          <p:nvPr>
            <p:ph type="title"/>
          </p:nvPr>
        </p:nvSpPr>
        <p:spPr>
          <a:xfrm>
            <a:off x="601472" y="424953"/>
            <a:ext cx="9692640" cy="845047"/>
          </a:xfrm>
        </p:spPr>
        <p:txBody>
          <a:bodyPr>
            <a:normAutofit/>
          </a:bodyPr>
          <a:lstStyle/>
          <a:p>
            <a:r>
              <a:rPr lang="en-IN" sz="3600" dirty="0">
                <a:latin typeface="Times New Roman" panose="02020603050405020304" pitchFamily="18" charset="0"/>
                <a:cs typeface="Times New Roman" panose="02020603050405020304" pitchFamily="18" charset="0"/>
              </a:rPr>
              <a:t>Abstract</a:t>
            </a:r>
          </a:p>
        </p:txBody>
      </p:sp>
      <p:cxnSp>
        <p:nvCxnSpPr>
          <p:cNvPr id="5" name="Straight Connector 4"/>
          <p:cNvCxnSpPr/>
          <p:nvPr/>
        </p:nvCxnSpPr>
        <p:spPr>
          <a:xfrm>
            <a:off x="524787" y="1191259"/>
            <a:ext cx="1077056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Slide Number Placeholder 7"/>
          <p:cNvSpPr>
            <a:spLocks noGrp="1"/>
          </p:cNvSpPr>
          <p:nvPr>
            <p:ph type="sldNum" sz="quarter" idx="12"/>
          </p:nvPr>
        </p:nvSpPr>
        <p:spPr/>
        <p:txBody>
          <a:bodyPr>
            <a:normAutofit lnSpcReduction="10000"/>
          </a:bodyPr>
          <a:lstStyle/>
          <a:p>
            <a:fld id="{99A98606-10CC-4876-811F-5AF59FAFB594}" type="slidenum">
              <a:rPr lang="en-IN" smtClean="0"/>
              <a:t>2</a:t>
            </a:fld>
            <a:endParaRPr lang="en-IN"/>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EA33A-DD3D-4E49-E1D7-A0291B73210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EA8819-1BA2-5D9C-8CCD-B6A2C3F6ABF3}"/>
              </a:ext>
            </a:extLst>
          </p:cNvPr>
          <p:cNvSpPr>
            <a:spLocks noGrp="1"/>
          </p:cNvSpPr>
          <p:nvPr>
            <p:ph idx="1"/>
          </p:nvPr>
        </p:nvSpPr>
        <p:spPr>
          <a:xfrm>
            <a:off x="524787" y="1534160"/>
            <a:ext cx="10262956" cy="4645977"/>
          </a:xfrm>
        </p:spPr>
        <p:txBody>
          <a:bodyPr>
            <a:normAutofit/>
          </a:bodyPr>
          <a:lstStyle/>
          <a:p>
            <a:pPr marL="0" indent="0" algn="just">
              <a:lnSpc>
                <a:spcPct val="150000"/>
              </a:lnSpc>
              <a:buNone/>
            </a:pPr>
            <a:r>
              <a:rPr lang="en-US" spc="-36" dirty="0">
                <a:solidFill>
                  <a:srgbClr val="4A5D73"/>
                </a:solidFill>
                <a:latin typeface="Times New Roman" panose="02020603050405020304" pitchFamily="18" charset="0"/>
                <a:ea typeface="Source Sans 3 Semi-Bold"/>
                <a:cs typeface="Times New Roman" panose="02020603050405020304" pitchFamily="18" charset="0"/>
                <a:sym typeface="Source Sans 3 Semi-Bold"/>
              </a:rPr>
              <a:t>Large Language Models such as GPT, </a:t>
            </a:r>
            <a:r>
              <a:rPr lang="en-US" spc="-36" dirty="0" err="1">
                <a:solidFill>
                  <a:srgbClr val="4A5D73"/>
                </a:solidFill>
                <a:latin typeface="Times New Roman" panose="02020603050405020304" pitchFamily="18" charset="0"/>
                <a:ea typeface="Source Sans 3 Semi-Bold"/>
                <a:cs typeface="Times New Roman" panose="02020603050405020304" pitchFamily="18" charset="0"/>
                <a:sym typeface="Source Sans 3 Semi-Bold"/>
              </a:rPr>
              <a:t>LLaMA</a:t>
            </a:r>
            <a:r>
              <a:rPr lang="en-US" spc="-36" dirty="0">
                <a:solidFill>
                  <a:srgbClr val="4A5D73"/>
                </a:solidFill>
                <a:latin typeface="Times New Roman" panose="02020603050405020304" pitchFamily="18" charset="0"/>
                <a:ea typeface="Source Sans 3 Semi-Bold"/>
                <a:cs typeface="Times New Roman" panose="02020603050405020304" pitchFamily="18" charset="0"/>
                <a:sym typeface="Source Sans 3 Semi-Bold"/>
              </a:rPr>
              <a:t>, and Gemini frequently generate fluent but factually incorrect text — called hallucination. This occurs when output contains false, misleading, or unverifiable information not grounded in training data or context.</a:t>
            </a:r>
          </a:p>
          <a:p>
            <a:pPr marL="0" indent="0" algn="just">
              <a:lnSpc>
                <a:spcPct val="150000"/>
              </a:lnSpc>
              <a:buNone/>
            </a:pPr>
            <a:r>
              <a:rPr lang="en-US" spc="-49" dirty="0">
                <a:solidFill>
                  <a:srgbClr val="4A5D73"/>
                </a:solidFill>
                <a:latin typeface="Times New Roman" panose="02020603050405020304" pitchFamily="18" charset="0"/>
                <a:ea typeface="Source Sans 3 Bold"/>
                <a:cs typeface="Times New Roman" panose="02020603050405020304" pitchFamily="18" charset="0"/>
                <a:sym typeface="Source Sans 3 Bold"/>
              </a:rPr>
              <a:t>Key Challenges:</a:t>
            </a:r>
          </a:p>
          <a:p>
            <a:pPr marL="0" lvl="0" indent="0">
              <a:lnSpc>
                <a:spcPts val="2544"/>
              </a:lnSpc>
            </a:pPr>
            <a:r>
              <a:rPr lang="en-US" spc="-36" dirty="0">
                <a:solidFill>
                  <a:srgbClr val="4A5D73"/>
                </a:solidFill>
                <a:latin typeface="Times New Roman" panose="02020603050405020304" pitchFamily="18" charset="0"/>
                <a:ea typeface="Source Sans 3 Semi-Bold"/>
                <a:cs typeface="Times New Roman" panose="02020603050405020304" pitchFamily="18" charset="0"/>
                <a:sym typeface="Source Sans 3 Semi-Bold"/>
              </a:rPr>
              <a:t>Serious risks in healthcare, legal, and education domains</a:t>
            </a:r>
          </a:p>
          <a:p>
            <a:pPr marL="0" lvl="0" indent="0">
              <a:lnSpc>
                <a:spcPts val="2544"/>
              </a:lnSpc>
            </a:pPr>
            <a:r>
              <a:rPr lang="en-US" spc="-36" dirty="0">
                <a:solidFill>
                  <a:srgbClr val="4A5D73"/>
                </a:solidFill>
                <a:latin typeface="Times New Roman" panose="02020603050405020304" pitchFamily="18" charset="0"/>
                <a:ea typeface="Source Sans 3 Semi-Bold"/>
                <a:cs typeface="Times New Roman" panose="02020603050405020304" pitchFamily="18" charset="0"/>
                <a:sym typeface="Source Sans 3 Semi-Bold"/>
              </a:rPr>
              <a:t>Current LLMs lack reliable detection mechanisms</a:t>
            </a:r>
          </a:p>
          <a:p>
            <a:pPr marL="0" lvl="0" indent="0">
              <a:lnSpc>
                <a:spcPts val="2544"/>
              </a:lnSpc>
            </a:pPr>
            <a:r>
              <a:rPr lang="en-US" spc="-36" dirty="0">
                <a:solidFill>
                  <a:srgbClr val="4A5D73"/>
                </a:solidFill>
                <a:latin typeface="Times New Roman" panose="02020603050405020304" pitchFamily="18" charset="0"/>
                <a:ea typeface="Source Sans 3 Semi-Bold"/>
                <a:cs typeface="Times New Roman" panose="02020603050405020304" pitchFamily="18" charset="0"/>
                <a:sym typeface="Source Sans 3 Semi-Bold"/>
              </a:rPr>
              <a:t>Urgent need for systematic identification and correction</a:t>
            </a:r>
          </a:p>
          <a:p>
            <a:pPr marL="0" indent="0" algn="just">
              <a:lnSpc>
                <a:spcPct val="150000"/>
              </a:lnSpc>
              <a:buNone/>
            </a:pPr>
            <a:endParaRPr lang="en-US" altLang="en-GB" b="1" dirty="0"/>
          </a:p>
        </p:txBody>
      </p:sp>
      <p:sp>
        <p:nvSpPr>
          <p:cNvPr id="4" name="Title 1">
            <a:extLst>
              <a:ext uri="{FF2B5EF4-FFF2-40B4-BE49-F238E27FC236}">
                <a16:creationId xmlns:a16="http://schemas.microsoft.com/office/drawing/2014/main" id="{CCBB6E3E-3DF2-1840-A547-6DB2E854C37C}"/>
              </a:ext>
            </a:extLst>
          </p:cNvPr>
          <p:cNvSpPr>
            <a:spLocks noGrp="1"/>
          </p:cNvSpPr>
          <p:nvPr>
            <p:ph type="title"/>
          </p:nvPr>
        </p:nvSpPr>
        <p:spPr>
          <a:xfrm>
            <a:off x="601472" y="424953"/>
            <a:ext cx="9692640" cy="845047"/>
          </a:xfrm>
        </p:spPr>
        <p:txBody>
          <a:bodyPr>
            <a:normAutofit/>
          </a:bodyPr>
          <a:lstStyle/>
          <a:p>
            <a:r>
              <a:rPr lang="en-IN" sz="3600" dirty="0">
                <a:latin typeface="Times New Roman" panose="02020603050405020304" pitchFamily="18" charset="0"/>
                <a:cs typeface="Times New Roman" panose="02020603050405020304" pitchFamily="18" charset="0"/>
              </a:rPr>
              <a:t>Problem Statement</a:t>
            </a:r>
          </a:p>
        </p:txBody>
      </p:sp>
      <p:cxnSp>
        <p:nvCxnSpPr>
          <p:cNvPr id="5" name="Straight Connector 4">
            <a:extLst>
              <a:ext uri="{FF2B5EF4-FFF2-40B4-BE49-F238E27FC236}">
                <a16:creationId xmlns:a16="http://schemas.microsoft.com/office/drawing/2014/main" id="{C007E539-5DFD-3D41-C177-2ED8DE0BA818}"/>
              </a:ext>
            </a:extLst>
          </p:cNvPr>
          <p:cNvCxnSpPr/>
          <p:nvPr/>
        </p:nvCxnSpPr>
        <p:spPr>
          <a:xfrm>
            <a:off x="524787" y="1191259"/>
            <a:ext cx="1077056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EA1C54E5-8744-E939-6A90-6FB6E0B08AAC}"/>
              </a:ext>
            </a:extLst>
          </p:cNvPr>
          <p:cNvSpPr>
            <a:spLocks noGrp="1"/>
          </p:cNvSpPr>
          <p:nvPr>
            <p:ph type="sldNum" sz="quarter" idx="12"/>
          </p:nvPr>
        </p:nvSpPr>
        <p:spPr/>
        <p:txBody>
          <a:bodyPr>
            <a:normAutofit lnSpcReduction="10000"/>
          </a:bodyPr>
          <a:lstStyle/>
          <a:p>
            <a:fld id="{99A98606-10CC-4876-811F-5AF59FAFB594}" type="slidenum">
              <a:rPr lang="en-IN" smtClean="0"/>
              <a:t>3</a:t>
            </a:fld>
            <a:endParaRPr lang="en-IN"/>
          </a:p>
        </p:txBody>
      </p:sp>
    </p:spTree>
    <p:extLst>
      <p:ext uri="{BB962C8B-B14F-4D97-AF65-F5344CB8AC3E}">
        <p14:creationId xmlns:p14="http://schemas.microsoft.com/office/powerpoint/2010/main" val="35136551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0080" y="1454150"/>
            <a:ext cx="9940834" cy="4725670"/>
          </a:xfrm>
        </p:spPr>
        <p:txBody>
          <a:bodyPr>
            <a:normAutofit/>
          </a:bodyPr>
          <a:lstStyle/>
          <a:p>
            <a:r>
              <a:rPr lang="en-US" sz="2400" spc="-32" dirty="0">
                <a:solidFill>
                  <a:schemeClr val="tx1"/>
                </a:solidFill>
                <a:latin typeface="Times New Roman" panose="02020603050405020304" pitchFamily="18" charset="0"/>
                <a:ea typeface="Source Sans 3 Semi-Bold"/>
                <a:cs typeface="Times New Roman" panose="02020603050405020304" pitchFamily="18" charset="0"/>
                <a:sym typeface="Source Sans 3 Semi-Bold"/>
              </a:rPr>
              <a:t>Study and categorize hallucination types produced by LLMs (intrinsic vs. extrinsic)</a:t>
            </a:r>
            <a:endParaRPr lang="en-US" sz="2400" dirty="0">
              <a:solidFill>
                <a:schemeClr val="tx1"/>
              </a:solidFill>
              <a:latin typeface="Times New Roman" panose="02020603050405020304" pitchFamily="18" charset="0"/>
              <a:cs typeface="Times New Roman" panose="02020603050405020304" pitchFamily="18" charset="0"/>
            </a:endParaRPr>
          </a:p>
          <a:p>
            <a:r>
              <a:rPr lang="en-US" sz="2400" spc="-32" dirty="0">
                <a:solidFill>
                  <a:schemeClr val="tx1"/>
                </a:solidFill>
                <a:latin typeface="Times New Roman" panose="02020603050405020304" pitchFamily="18" charset="0"/>
                <a:ea typeface="Source Sans 3 Semi-Bold"/>
                <a:cs typeface="Times New Roman" panose="02020603050405020304" pitchFamily="18" charset="0"/>
                <a:sym typeface="Source Sans 3 Semi-Bold"/>
              </a:rPr>
              <a:t>Survey and evaluate existing hallucination detection techniques and their limitations</a:t>
            </a:r>
          </a:p>
          <a:p>
            <a:r>
              <a:rPr lang="en-US" sz="2400" spc="-32" dirty="0">
                <a:solidFill>
                  <a:schemeClr val="tx1"/>
                </a:solidFill>
                <a:latin typeface="Times New Roman" panose="02020603050405020304" pitchFamily="18" charset="0"/>
                <a:ea typeface="Source Sans 3 Semi-Bold"/>
                <a:cs typeface="Times New Roman" panose="02020603050405020304" pitchFamily="18" charset="0"/>
                <a:sym typeface="Source Sans 3 Semi-Bold"/>
              </a:rPr>
              <a:t>Propose an automated detection methodology combining fact-checking, RAG, and confidence scoring</a:t>
            </a:r>
          </a:p>
          <a:p>
            <a:r>
              <a:rPr lang="en-US" sz="2400" spc="-32" dirty="0">
                <a:solidFill>
                  <a:schemeClr val="tx1"/>
                </a:solidFill>
                <a:latin typeface="Times New Roman" panose="02020603050405020304" pitchFamily="18" charset="0"/>
                <a:ea typeface="Source Sans 3 Semi-Bold"/>
                <a:cs typeface="Times New Roman" panose="02020603050405020304" pitchFamily="18" charset="0"/>
                <a:sym typeface="Source Sans 3 Semi-Bold"/>
              </a:rPr>
              <a:t>Design a correction mechanism to replace or flag hallucinated content with verified information</a:t>
            </a:r>
          </a:p>
          <a:p>
            <a:r>
              <a:rPr lang="en-US" sz="2400" dirty="0">
                <a:solidFill>
                  <a:schemeClr val="tx1"/>
                </a:solidFill>
                <a:latin typeface="Times New Roman" panose="02020603050405020304" pitchFamily="18" charset="0"/>
                <a:cs typeface="Times New Roman" panose="02020603050405020304" pitchFamily="18" charset="0"/>
              </a:rPr>
              <a:t>To enhance transparency and explainability in AI outputs</a:t>
            </a:r>
          </a:p>
          <a:p>
            <a:endParaRPr lang="en-US" altLang="en-GB"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normAutofit lnSpcReduction="10000"/>
          </a:bodyPr>
          <a:lstStyle/>
          <a:p>
            <a:fld id="{99A98606-10CC-4876-811F-5AF59FAFB594}" type="slidenum">
              <a:rPr lang="en-IN" smtClean="0"/>
              <a:t>4</a:t>
            </a:fld>
            <a:endParaRPr lang="en-IN"/>
          </a:p>
        </p:txBody>
      </p:sp>
      <p:sp>
        <p:nvSpPr>
          <p:cNvPr id="5" name="Title 1"/>
          <p:cNvSpPr>
            <a:spLocks noGrp="1"/>
          </p:cNvSpPr>
          <p:nvPr>
            <p:ph type="title"/>
          </p:nvPr>
        </p:nvSpPr>
        <p:spPr>
          <a:xfrm>
            <a:off x="524787" y="346212"/>
            <a:ext cx="6739613" cy="845047"/>
          </a:xfrm>
        </p:spPr>
        <p:txBody>
          <a:bodyPr>
            <a:normAutofit/>
          </a:bodyPr>
          <a:lstStyle/>
          <a:p>
            <a:r>
              <a:rPr lang="en-IN" sz="3600" dirty="0">
                <a:latin typeface="Times New Roman" panose="02020603050405020304" pitchFamily="18" charset="0"/>
                <a:cs typeface="Times New Roman" panose="02020603050405020304" pitchFamily="18" charset="0"/>
              </a:rPr>
              <a:t>Objective </a:t>
            </a:r>
          </a:p>
        </p:txBody>
      </p:sp>
      <p:cxnSp>
        <p:nvCxnSpPr>
          <p:cNvPr id="6" name="Straight Connector 5"/>
          <p:cNvCxnSpPr/>
          <p:nvPr/>
        </p:nvCxnSpPr>
        <p:spPr>
          <a:xfrm>
            <a:off x="524787" y="1191259"/>
            <a:ext cx="10770569"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595" y="262255"/>
            <a:ext cx="10384790" cy="1148080"/>
          </a:xfrm>
        </p:spPr>
        <p:txBody>
          <a:bodyPr/>
          <a:lstStyle/>
          <a:p>
            <a:r>
              <a:rPr lang="en-IN" altLang="en-GB" sz="3600"/>
              <a:t>Existing System</a:t>
            </a:r>
          </a:p>
        </p:txBody>
      </p:sp>
      <p:sp>
        <p:nvSpPr>
          <p:cNvPr id="4" name="Slide Number Placeholder 3"/>
          <p:cNvSpPr>
            <a:spLocks noGrp="1"/>
          </p:cNvSpPr>
          <p:nvPr>
            <p:ph type="sldNum" sz="quarter" idx="12"/>
          </p:nvPr>
        </p:nvSpPr>
        <p:spPr/>
        <p:txBody>
          <a:bodyPr>
            <a:normAutofit fontScale="97500" lnSpcReduction="10000"/>
          </a:bodyPr>
          <a:lstStyle/>
          <a:p>
            <a:fld id="{99A98606-10CC-4876-811F-5AF59FAFB594}" type="slidenum">
              <a:rPr lang="en-IN" smtClean="0"/>
              <a:t>5</a:t>
            </a:fld>
            <a:endParaRPr lang="en-IN"/>
          </a:p>
        </p:txBody>
      </p:sp>
      <p:cxnSp>
        <p:nvCxnSpPr>
          <p:cNvPr id="6" name="Straight Connector 5"/>
          <p:cNvCxnSpPr/>
          <p:nvPr/>
        </p:nvCxnSpPr>
        <p:spPr>
          <a:xfrm>
            <a:off x="522247" y="1410334"/>
            <a:ext cx="10770569"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B21890C4-41A5-43E7-82DE-793519A78AF2}"/>
              </a:ext>
            </a:extLst>
          </p:cNvPr>
          <p:cNvSpPr>
            <a:spLocks noGrp="1"/>
          </p:cNvSpPr>
          <p:nvPr>
            <p:ph idx="1"/>
          </p:nvPr>
        </p:nvSpPr>
        <p:spPr>
          <a:xfrm>
            <a:off x="640080" y="1502236"/>
            <a:ext cx="10094976" cy="4844134"/>
          </a:xfrm>
        </p:spPr>
        <p:txBody>
          <a:bodyPr>
            <a:normAutofit/>
          </a:bodyPr>
          <a:lstStyle/>
          <a:p>
            <a:r>
              <a:rPr lang="en-IN" dirty="0">
                <a:latin typeface="Times New Roman" panose="02020603050405020304" pitchFamily="18" charset="0"/>
                <a:cs typeface="Times New Roman" panose="02020603050405020304" pitchFamily="18" charset="0"/>
              </a:rPr>
              <a:t>Retrieval-Augmented Generation (RAG)</a:t>
            </a:r>
          </a:p>
          <a:p>
            <a:r>
              <a:rPr lang="en-US" dirty="0">
                <a:latin typeface="Times New Roman" panose="02020603050405020304" pitchFamily="18" charset="0"/>
                <a:cs typeface="Times New Roman" panose="02020603050405020304" pitchFamily="18" charset="0"/>
              </a:rPr>
              <a:t>Reinforcement Learning with Human Feedback (RLHF)</a:t>
            </a:r>
          </a:p>
          <a:p>
            <a:r>
              <a:rPr lang="en-IN" dirty="0">
                <a:latin typeface="Times New Roman" panose="02020603050405020304" pitchFamily="18" charset="0"/>
                <a:cs typeface="Times New Roman" panose="02020603050405020304" pitchFamily="18" charset="0"/>
              </a:rPr>
              <a:t>Fact-Checking Systems</a:t>
            </a:r>
          </a:p>
          <a:p>
            <a:r>
              <a:rPr lang="en-IN" dirty="0" err="1">
                <a:latin typeface="Times New Roman" panose="02020603050405020304" pitchFamily="18" charset="0"/>
                <a:cs typeface="Times New Roman" panose="02020603050405020304" pitchFamily="18" charset="0"/>
              </a:rPr>
              <a:t>SelfCheckGPT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NLI-Based Verification Systems</a:t>
            </a:r>
          </a:p>
          <a:p>
            <a:r>
              <a:rPr lang="en-IN" dirty="0">
                <a:latin typeface="Times New Roman" panose="02020603050405020304" pitchFamily="18" charset="0"/>
                <a:cs typeface="Times New Roman" panose="02020603050405020304" pitchFamily="18" charset="0"/>
              </a:rPr>
              <a:t>Knowledge Graph-Based Systems</a:t>
            </a:r>
          </a:p>
          <a:p>
            <a:pPr marL="0" indent="0">
              <a:buNone/>
            </a:pPr>
            <a:r>
              <a:rPr lang="en-IN" dirty="0">
                <a:solidFill>
                  <a:schemeClr val="accent2">
                    <a:lumMod val="75000"/>
                  </a:schemeClr>
                </a:solidFill>
                <a:latin typeface="Times New Roman" panose="02020603050405020304" pitchFamily="18" charset="0"/>
                <a:cs typeface="Times New Roman" panose="02020603050405020304" pitchFamily="18" charset="0"/>
              </a:rPr>
              <a:t>Limitations:</a:t>
            </a:r>
          </a:p>
          <a:p>
            <a:r>
              <a:rPr lang="en-IN" dirty="0">
                <a:latin typeface="Times New Roman" panose="02020603050405020304" pitchFamily="18" charset="0"/>
                <a:cs typeface="Times New Roman" panose="02020603050405020304" pitchFamily="18" charset="0"/>
              </a:rPr>
              <a:t>High computational cost</a:t>
            </a:r>
          </a:p>
          <a:p>
            <a:r>
              <a:rPr lang="en-IN" dirty="0">
                <a:latin typeface="Times New Roman" panose="02020603050405020304" pitchFamily="18" charset="0"/>
                <a:cs typeface="Times New Roman" panose="02020603050405020304" pitchFamily="18" charset="0"/>
              </a:rPr>
              <a:t>Dependency on external databases</a:t>
            </a:r>
          </a:p>
          <a:p>
            <a:r>
              <a:rPr lang="en-IN" dirty="0">
                <a:latin typeface="Times New Roman" panose="02020603050405020304" pitchFamily="18" charset="0"/>
                <a:cs typeface="Times New Roman" panose="02020603050405020304" pitchFamily="18" charset="0"/>
              </a:rPr>
              <a:t>Real-time verification challenges</a:t>
            </a:r>
            <a:endParaRPr lang="en-IN" b="1" dirty="0">
              <a:latin typeface="Times New Roman" panose="02020603050405020304" pitchFamily="18" charset="0"/>
              <a:cs typeface="Times New Roman" panose="02020603050405020304" pitchFamily="18" charset="0"/>
            </a:endParaRPr>
          </a:p>
        </p:txBody>
      </p:sp>
      <p:sp>
        <p:nvSpPr>
          <p:cNvPr id="8" name="AutoShape 3" descr="Block Diagram of Speech Recognition System. | Download Scientific Diagram">
            <a:extLst>
              <a:ext uri="{FF2B5EF4-FFF2-40B4-BE49-F238E27FC236}">
                <a16:creationId xmlns:a16="http://schemas.microsoft.com/office/drawing/2014/main" id="{EB4E3F3D-990F-FB31-C70A-36F35E84C71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1040" y="1273633"/>
            <a:ext cx="5260145" cy="5333989"/>
          </a:xfrm>
        </p:spPr>
        <p:txBody>
          <a:bodyPr/>
          <a:lstStyle/>
          <a:p>
            <a:r>
              <a:rPr lang="en-US" dirty="0"/>
              <a:t>Accept user queries and extract important factual claims from the generated response.</a:t>
            </a:r>
          </a:p>
          <a:p>
            <a:r>
              <a:rPr lang="en-US" dirty="0"/>
              <a:t>Retrieve verified information using Retrieval-Augmented Generation (RAG).</a:t>
            </a:r>
          </a:p>
          <a:p>
            <a:r>
              <a:rPr lang="en-US" dirty="0"/>
              <a:t>Validate claims using Natural Language Inference (NLI) and confidence scoring techniques.</a:t>
            </a:r>
          </a:p>
          <a:p>
            <a:r>
              <a:rPr lang="en-US" dirty="0"/>
              <a:t>Detect hallucinated or incorrect information and correct it using trusted evidence.</a:t>
            </a:r>
          </a:p>
          <a:p>
            <a:r>
              <a:rPr lang="en-US" dirty="0"/>
              <a:t>Generate accurate, reliable, and trustworthy final responses with reduced hallucinations.</a:t>
            </a:r>
          </a:p>
        </p:txBody>
      </p:sp>
      <p:sp>
        <p:nvSpPr>
          <p:cNvPr id="4" name="Slide Number Placeholder 3"/>
          <p:cNvSpPr>
            <a:spLocks noGrp="1"/>
          </p:cNvSpPr>
          <p:nvPr>
            <p:ph type="sldNum" sz="quarter" idx="12"/>
          </p:nvPr>
        </p:nvSpPr>
        <p:spPr/>
        <p:txBody>
          <a:bodyPr>
            <a:normAutofit lnSpcReduction="10000"/>
          </a:bodyPr>
          <a:lstStyle/>
          <a:p>
            <a:fld id="{99A98606-10CC-4876-811F-5AF59FAFB594}" type="slidenum">
              <a:rPr lang="en-IN" smtClean="0"/>
              <a:t>6</a:t>
            </a:fld>
            <a:endParaRPr lang="en-IN"/>
          </a:p>
        </p:txBody>
      </p:sp>
      <p:sp>
        <p:nvSpPr>
          <p:cNvPr id="5" name="Title 1"/>
          <p:cNvSpPr>
            <a:spLocks noGrp="1"/>
          </p:cNvSpPr>
          <p:nvPr>
            <p:ph type="title"/>
          </p:nvPr>
        </p:nvSpPr>
        <p:spPr>
          <a:xfrm>
            <a:off x="524787" y="346212"/>
            <a:ext cx="5662653" cy="845047"/>
          </a:xfrm>
        </p:spPr>
        <p:txBody>
          <a:bodyPr>
            <a:normAutofit/>
          </a:bodyPr>
          <a:lstStyle/>
          <a:p>
            <a:r>
              <a:rPr lang="en-IN" sz="3600" dirty="0">
                <a:latin typeface="Times New Roman" panose="02020603050405020304" pitchFamily="18" charset="0"/>
                <a:cs typeface="Times New Roman" panose="02020603050405020304" pitchFamily="18" charset="0"/>
              </a:rPr>
              <a:t>Proposed Methodology</a:t>
            </a:r>
          </a:p>
        </p:txBody>
      </p:sp>
      <p:cxnSp>
        <p:nvCxnSpPr>
          <p:cNvPr id="6" name="Straight Connector 5"/>
          <p:cNvCxnSpPr/>
          <p:nvPr/>
        </p:nvCxnSpPr>
        <p:spPr>
          <a:xfrm>
            <a:off x="524787" y="1191259"/>
            <a:ext cx="10770569"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444B6C8C-0B85-D3B5-5D5F-107510B70D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3140" y="1657716"/>
            <a:ext cx="5219700" cy="4333875"/>
          </a:xfrm>
          <a:prstGeom prst="rect">
            <a:avLst/>
          </a:prstGeom>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4787" y="1506060"/>
            <a:ext cx="10078736" cy="4351337"/>
          </a:xfrm>
        </p:spPr>
        <p:txBody>
          <a:bodyPr>
            <a:normAutofit lnSpcReduction="10000"/>
          </a:bodyPr>
          <a:lstStyle/>
          <a:p>
            <a:pPr marL="0" indent="0">
              <a:buNone/>
            </a:pPr>
            <a:r>
              <a:rPr lang="en-IN" b="1" dirty="0"/>
              <a:t>Technologies:</a:t>
            </a:r>
          </a:p>
          <a:p>
            <a:r>
              <a:rPr lang="en-US" b="1" dirty="0"/>
              <a:t>Python</a:t>
            </a:r>
            <a:r>
              <a:rPr lang="en-US" dirty="0"/>
              <a:t> – Main programming language for AI and NLP development</a:t>
            </a:r>
          </a:p>
          <a:p>
            <a:r>
              <a:rPr lang="en-US" b="1" dirty="0"/>
              <a:t>Transformers &amp; </a:t>
            </a:r>
            <a:r>
              <a:rPr lang="en-US" b="1" dirty="0" err="1"/>
              <a:t>LangChain</a:t>
            </a:r>
            <a:r>
              <a:rPr lang="en-US" dirty="0"/>
              <a:t> – Used for LLM integration, RAG pipeline, and text processing</a:t>
            </a:r>
          </a:p>
          <a:p>
            <a:r>
              <a:rPr lang="en-US" b="1" dirty="0" err="1"/>
              <a:t>PyTorch</a:t>
            </a:r>
            <a:r>
              <a:rPr lang="en-US" b="1" dirty="0"/>
              <a:t> / TensorFlow</a:t>
            </a:r>
            <a:r>
              <a:rPr lang="en-US" dirty="0"/>
              <a:t> – Deep learning frameworks for model training and inference</a:t>
            </a:r>
          </a:p>
          <a:p>
            <a:r>
              <a:rPr lang="en-US" b="1" dirty="0"/>
              <a:t>MongoDB</a:t>
            </a:r>
            <a:r>
              <a:rPr lang="en-US" dirty="0"/>
              <a:t> – Database used for storing retrieved and processed information</a:t>
            </a:r>
          </a:p>
          <a:p>
            <a:r>
              <a:rPr lang="en-US" b="1" dirty="0"/>
              <a:t>OpenAI API &amp; Hugging Face</a:t>
            </a:r>
            <a:r>
              <a:rPr lang="en-US" dirty="0"/>
              <a:t> – Used for accessing pretrained Large Language Models and NLP tools</a:t>
            </a:r>
          </a:p>
          <a:p>
            <a:r>
              <a:rPr lang="en-US" altLang="en-GB" b="1" dirty="0"/>
              <a:t>Datasets</a:t>
            </a:r>
            <a:r>
              <a:rPr lang="en-US" dirty="0"/>
              <a:t> – </a:t>
            </a:r>
            <a:r>
              <a:rPr lang="en-IN" dirty="0" err="1"/>
              <a:t>TruthfulQA</a:t>
            </a:r>
            <a:r>
              <a:rPr lang="en-IN" dirty="0"/>
              <a:t>(</a:t>
            </a:r>
            <a:r>
              <a:rPr lang="en-US" dirty="0"/>
              <a:t>Used to evaluate whether LLMs generate truthful answers</a:t>
            </a:r>
            <a:r>
              <a:rPr lang="en-IN" dirty="0"/>
              <a:t>)</a:t>
            </a:r>
            <a:endParaRPr lang="en-US" altLang="en-GB" b="1" dirty="0"/>
          </a:p>
        </p:txBody>
      </p:sp>
      <p:sp>
        <p:nvSpPr>
          <p:cNvPr id="4" name="Title 1"/>
          <p:cNvSpPr>
            <a:spLocks noGrp="1"/>
          </p:cNvSpPr>
          <p:nvPr>
            <p:ph type="title"/>
          </p:nvPr>
        </p:nvSpPr>
        <p:spPr>
          <a:xfrm>
            <a:off x="524787" y="346212"/>
            <a:ext cx="9692640" cy="845047"/>
          </a:xfrm>
        </p:spPr>
        <p:txBody>
          <a:bodyPr>
            <a:normAutofit/>
          </a:bodyPr>
          <a:lstStyle/>
          <a:p>
            <a:r>
              <a:rPr lang="en-IN" sz="3600" dirty="0">
                <a:latin typeface="Times New Roman" panose="02020603050405020304" pitchFamily="18" charset="0"/>
                <a:cs typeface="Times New Roman" panose="02020603050405020304" pitchFamily="18" charset="0"/>
              </a:rPr>
              <a:t>Tools &amp; Technologies Used</a:t>
            </a:r>
          </a:p>
        </p:txBody>
      </p:sp>
      <p:cxnSp>
        <p:nvCxnSpPr>
          <p:cNvPr id="5" name="Straight Connector 4"/>
          <p:cNvCxnSpPr/>
          <p:nvPr/>
        </p:nvCxnSpPr>
        <p:spPr>
          <a:xfrm>
            <a:off x="524787" y="1191259"/>
            <a:ext cx="1077056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Slide Number Placeholder 7"/>
          <p:cNvSpPr>
            <a:spLocks noGrp="1"/>
          </p:cNvSpPr>
          <p:nvPr>
            <p:ph type="sldNum" sz="quarter" idx="12"/>
          </p:nvPr>
        </p:nvSpPr>
        <p:spPr/>
        <p:txBody>
          <a:bodyPr>
            <a:normAutofit lnSpcReduction="10000"/>
          </a:bodyPr>
          <a:lstStyle/>
          <a:p>
            <a:fld id="{99A98606-10CC-4876-811F-5AF59FAFB594}" type="slidenum">
              <a:rPr lang="en-IN" smtClean="0"/>
              <a:t>7</a:t>
            </a:fld>
            <a:endParaRPr lang="en-IN"/>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787" y="346212"/>
            <a:ext cx="9692640" cy="845047"/>
          </a:xfrm>
        </p:spPr>
        <p:txBody>
          <a:bodyPr>
            <a:normAutofit/>
          </a:bodyPr>
          <a:lstStyle/>
          <a:p>
            <a:r>
              <a:rPr lang="en-US" sz="3600" dirty="0">
                <a:latin typeface="Times New Roman" panose="02020603050405020304" pitchFamily="18" charset="0"/>
                <a:cs typeface="Times New Roman" panose="02020603050405020304" pitchFamily="18" charset="0"/>
              </a:rPr>
              <a:t>E</a:t>
            </a:r>
            <a:r>
              <a:rPr lang="en-IN" sz="3600" dirty="0" err="1">
                <a:latin typeface="Times New Roman" panose="02020603050405020304" pitchFamily="18" charset="0"/>
                <a:cs typeface="Times New Roman" panose="02020603050405020304" pitchFamily="18" charset="0"/>
              </a:rPr>
              <a:t>xpected</a:t>
            </a:r>
            <a:r>
              <a:rPr lang="en-IN" sz="3600" dirty="0">
                <a:latin typeface="Times New Roman" panose="02020603050405020304" pitchFamily="18" charset="0"/>
                <a:cs typeface="Times New Roman" panose="02020603050405020304" pitchFamily="18" charset="0"/>
              </a:rPr>
              <a:t> outcome &amp; Workplan</a:t>
            </a:r>
          </a:p>
        </p:txBody>
      </p:sp>
      <p:sp>
        <p:nvSpPr>
          <p:cNvPr id="3" name="Content Placeholder 2"/>
          <p:cNvSpPr>
            <a:spLocks noGrp="1"/>
          </p:cNvSpPr>
          <p:nvPr>
            <p:ph idx="1"/>
          </p:nvPr>
        </p:nvSpPr>
        <p:spPr>
          <a:xfrm>
            <a:off x="761999" y="1317173"/>
            <a:ext cx="10189029" cy="5294065"/>
          </a:xfrm>
        </p:spPr>
        <p:txBody>
          <a:bodyPr>
            <a:noAutofit/>
          </a:bodyPr>
          <a:lstStyle/>
          <a:p>
            <a:r>
              <a:rPr lang="en-US" dirty="0"/>
              <a:t>Reduce hallucinations in LLM-generated responses</a:t>
            </a:r>
          </a:p>
          <a:p>
            <a:r>
              <a:rPr lang="en-US" dirty="0"/>
              <a:t>Improve factual accuracy and reliability of AI outputs</a:t>
            </a:r>
          </a:p>
          <a:p>
            <a:r>
              <a:rPr lang="en-US" dirty="0"/>
              <a:t>Detect misleading or contradictory information effectively</a:t>
            </a:r>
          </a:p>
          <a:p>
            <a:r>
              <a:rPr lang="en-US" dirty="0"/>
              <a:t>Generate trustworthy and corrected responses using verified data</a:t>
            </a:r>
          </a:p>
          <a:p>
            <a:r>
              <a:rPr lang="en-US" dirty="0"/>
              <a:t>Enhance user trust and safe usage of AI systems</a:t>
            </a:r>
          </a:p>
        </p:txBody>
      </p:sp>
      <p:cxnSp>
        <p:nvCxnSpPr>
          <p:cNvPr id="4" name="Straight Connector 3"/>
          <p:cNvCxnSpPr/>
          <p:nvPr/>
        </p:nvCxnSpPr>
        <p:spPr>
          <a:xfrm>
            <a:off x="524787" y="1191259"/>
            <a:ext cx="10770569"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Slide Number Placeholder 6"/>
          <p:cNvSpPr>
            <a:spLocks noGrp="1"/>
          </p:cNvSpPr>
          <p:nvPr>
            <p:ph type="sldNum" sz="quarter" idx="12"/>
          </p:nvPr>
        </p:nvSpPr>
        <p:spPr/>
        <p:txBody>
          <a:bodyPr>
            <a:normAutofit lnSpcReduction="10000"/>
          </a:bodyPr>
          <a:lstStyle/>
          <a:p>
            <a:fld id="{99A98606-10CC-4876-811F-5AF59FAFB594}" type="slidenum">
              <a:rPr lang="en-IN" smtClean="0"/>
              <a:t>8</a:t>
            </a:fld>
            <a:endParaRPr lang="en-IN"/>
          </a:p>
        </p:txBody>
      </p:sp>
      <p:graphicFrame>
        <p:nvGraphicFramePr>
          <p:cNvPr id="5" name="Table 4">
            <a:extLst>
              <a:ext uri="{FF2B5EF4-FFF2-40B4-BE49-F238E27FC236}">
                <a16:creationId xmlns:a16="http://schemas.microsoft.com/office/drawing/2014/main" id="{0E3C4A8F-44F5-3227-9AEF-26BE78059F73}"/>
              </a:ext>
            </a:extLst>
          </p:cNvPr>
          <p:cNvGraphicFramePr>
            <a:graphicFrameLocks noGrp="1"/>
          </p:cNvGraphicFramePr>
          <p:nvPr>
            <p:extLst>
              <p:ext uri="{D42A27DB-BD31-4B8C-83A1-F6EECF244321}">
                <p14:modId xmlns:p14="http://schemas.microsoft.com/office/powerpoint/2010/main" val="3544288674"/>
              </p:ext>
            </p:extLst>
          </p:nvPr>
        </p:nvGraphicFramePr>
        <p:xfrm>
          <a:off x="761998" y="3569677"/>
          <a:ext cx="9938240" cy="3383280"/>
        </p:xfrm>
        <a:graphic>
          <a:graphicData uri="http://schemas.openxmlformats.org/drawingml/2006/table">
            <a:tbl>
              <a:tblPr/>
              <a:tblGrid>
                <a:gridCol w="4969120">
                  <a:extLst>
                    <a:ext uri="{9D8B030D-6E8A-4147-A177-3AD203B41FA5}">
                      <a16:colId xmlns:a16="http://schemas.microsoft.com/office/drawing/2014/main" val="1573269075"/>
                    </a:ext>
                  </a:extLst>
                </a:gridCol>
                <a:gridCol w="4969120">
                  <a:extLst>
                    <a:ext uri="{9D8B030D-6E8A-4147-A177-3AD203B41FA5}">
                      <a16:colId xmlns:a16="http://schemas.microsoft.com/office/drawing/2014/main" val="1653139212"/>
                    </a:ext>
                  </a:extLst>
                </a:gridCol>
              </a:tblGrid>
              <a:tr h="328817">
                <a:tc>
                  <a:txBody>
                    <a:bodyPr/>
                    <a:lstStyle/>
                    <a:p>
                      <a:pPr>
                        <a:buNone/>
                      </a:pPr>
                      <a:r>
                        <a:rPr lang="en-IN" sz="1800" b="1" dirty="0"/>
                        <a:t>Phase</a:t>
                      </a:r>
                    </a:p>
                  </a:txBody>
                  <a:tcPr anchor="ctr">
                    <a:lnL>
                      <a:noFill/>
                    </a:lnL>
                    <a:lnR>
                      <a:noFill/>
                    </a:lnR>
                    <a:lnT>
                      <a:noFill/>
                    </a:lnT>
                    <a:lnB>
                      <a:noFill/>
                    </a:lnB>
                    <a:noFill/>
                  </a:tcPr>
                </a:tc>
                <a:tc>
                  <a:txBody>
                    <a:bodyPr/>
                    <a:lstStyle/>
                    <a:p>
                      <a:pPr>
                        <a:buNone/>
                      </a:pPr>
                      <a:r>
                        <a:rPr lang="en-IN" sz="1800" b="1" dirty="0"/>
                        <a:t>Work</a:t>
                      </a:r>
                    </a:p>
                  </a:txBody>
                  <a:tcPr anchor="ctr">
                    <a:lnL>
                      <a:noFill/>
                    </a:lnL>
                    <a:lnR>
                      <a:noFill/>
                    </a:lnR>
                    <a:lnT>
                      <a:noFill/>
                    </a:lnT>
                    <a:lnB>
                      <a:noFill/>
                    </a:lnB>
                    <a:noFill/>
                  </a:tcPr>
                </a:tc>
                <a:extLst>
                  <a:ext uri="{0D108BD9-81ED-4DB2-BD59-A6C34878D82A}">
                    <a16:rowId xmlns:a16="http://schemas.microsoft.com/office/drawing/2014/main" val="3033959675"/>
                  </a:ext>
                </a:extLst>
              </a:tr>
              <a:tr h="328817">
                <a:tc>
                  <a:txBody>
                    <a:bodyPr/>
                    <a:lstStyle/>
                    <a:p>
                      <a:pPr>
                        <a:buNone/>
                      </a:pPr>
                      <a:r>
                        <a:rPr lang="en-IN" sz="1800" dirty="0"/>
                        <a:t>Phase 1</a:t>
                      </a:r>
                    </a:p>
                  </a:txBody>
                  <a:tcPr anchor="ctr">
                    <a:lnL>
                      <a:noFill/>
                    </a:lnL>
                    <a:lnR>
                      <a:noFill/>
                    </a:lnR>
                    <a:lnT>
                      <a:noFill/>
                    </a:lnT>
                    <a:lnB>
                      <a:noFill/>
                    </a:lnB>
                    <a:noFill/>
                  </a:tcPr>
                </a:tc>
                <a:tc>
                  <a:txBody>
                    <a:bodyPr/>
                    <a:lstStyle/>
                    <a:p>
                      <a:pPr>
                        <a:buNone/>
                      </a:pPr>
                      <a:r>
                        <a:rPr lang="en-US" dirty="0"/>
                        <a:t>Literature Survey and Problem Analysis</a:t>
                      </a:r>
                      <a:endParaRPr lang="en-IN" sz="1800" dirty="0"/>
                    </a:p>
                  </a:txBody>
                  <a:tcPr anchor="ctr">
                    <a:lnL>
                      <a:noFill/>
                    </a:lnL>
                    <a:lnR>
                      <a:noFill/>
                    </a:lnR>
                    <a:lnT>
                      <a:noFill/>
                    </a:lnT>
                    <a:lnB>
                      <a:noFill/>
                    </a:lnB>
                    <a:noFill/>
                  </a:tcPr>
                </a:tc>
                <a:extLst>
                  <a:ext uri="{0D108BD9-81ED-4DB2-BD59-A6C34878D82A}">
                    <a16:rowId xmlns:a16="http://schemas.microsoft.com/office/drawing/2014/main" val="114727448"/>
                  </a:ext>
                </a:extLst>
              </a:tr>
              <a:tr h="575430">
                <a:tc>
                  <a:txBody>
                    <a:bodyPr/>
                    <a:lstStyle/>
                    <a:p>
                      <a:pPr>
                        <a:buNone/>
                      </a:pPr>
                      <a:r>
                        <a:rPr lang="en-IN" sz="1800" dirty="0"/>
                        <a:t>Phase 2</a:t>
                      </a:r>
                    </a:p>
                  </a:txBody>
                  <a:tcPr anchor="ctr">
                    <a:lnL>
                      <a:noFill/>
                    </a:lnL>
                    <a:lnR>
                      <a:noFill/>
                    </a:lnR>
                    <a:lnT>
                      <a:noFill/>
                    </a:lnT>
                    <a:lnB>
                      <a:noFill/>
                    </a:lnB>
                    <a:noFill/>
                  </a:tcPr>
                </a:tc>
                <a:tc>
                  <a:txBody>
                    <a:bodyPr/>
                    <a:lstStyle/>
                    <a:p>
                      <a:pPr>
                        <a:buNone/>
                      </a:pPr>
                      <a:r>
                        <a:rPr lang="en-US" dirty="0"/>
                        <a:t>Dataset Collection and Requirement Gathering</a:t>
                      </a:r>
                      <a:endParaRPr lang="en-IN" sz="1800" dirty="0"/>
                    </a:p>
                  </a:txBody>
                  <a:tcPr anchor="ctr">
                    <a:lnL>
                      <a:noFill/>
                    </a:lnL>
                    <a:lnR>
                      <a:noFill/>
                    </a:lnR>
                    <a:lnT>
                      <a:noFill/>
                    </a:lnT>
                    <a:lnB>
                      <a:noFill/>
                    </a:lnB>
                    <a:noFill/>
                  </a:tcPr>
                </a:tc>
                <a:extLst>
                  <a:ext uri="{0D108BD9-81ED-4DB2-BD59-A6C34878D82A}">
                    <a16:rowId xmlns:a16="http://schemas.microsoft.com/office/drawing/2014/main" val="154225718"/>
                  </a:ext>
                </a:extLst>
              </a:tr>
              <a:tr h="575430">
                <a:tc>
                  <a:txBody>
                    <a:bodyPr/>
                    <a:lstStyle/>
                    <a:p>
                      <a:pPr>
                        <a:buNone/>
                      </a:pPr>
                      <a:r>
                        <a:rPr lang="en-IN" sz="1800" dirty="0"/>
                        <a:t>Phase 3</a:t>
                      </a:r>
                    </a:p>
                  </a:txBody>
                  <a:tcPr anchor="ctr">
                    <a:lnL>
                      <a:noFill/>
                    </a:lnL>
                    <a:lnR>
                      <a:noFill/>
                    </a:lnR>
                    <a:lnT>
                      <a:noFill/>
                    </a:lnT>
                    <a:lnB>
                      <a:noFill/>
                    </a:lnB>
                    <a:noFill/>
                  </a:tcPr>
                </a:tc>
                <a:tc>
                  <a:txBody>
                    <a:bodyPr/>
                    <a:lstStyle/>
                    <a:p>
                      <a:pPr>
                        <a:buNone/>
                      </a:pPr>
                      <a:r>
                        <a:rPr lang="en-US" dirty="0"/>
                        <a:t>Design and Development of RAG + NLI Framework</a:t>
                      </a:r>
                      <a:endParaRPr lang="en-IN" sz="1800" dirty="0"/>
                    </a:p>
                  </a:txBody>
                  <a:tcPr anchor="ctr">
                    <a:lnL>
                      <a:noFill/>
                    </a:lnL>
                    <a:lnR>
                      <a:noFill/>
                    </a:lnR>
                    <a:lnT>
                      <a:noFill/>
                    </a:lnT>
                    <a:lnB>
                      <a:noFill/>
                    </a:lnB>
                    <a:noFill/>
                  </a:tcPr>
                </a:tc>
                <a:extLst>
                  <a:ext uri="{0D108BD9-81ED-4DB2-BD59-A6C34878D82A}">
                    <a16:rowId xmlns:a16="http://schemas.microsoft.com/office/drawing/2014/main" val="3322076416"/>
                  </a:ext>
                </a:extLst>
              </a:tr>
              <a:tr h="575430">
                <a:tc>
                  <a:txBody>
                    <a:bodyPr/>
                    <a:lstStyle/>
                    <a:p>
                      <a:pPr>
                        <a:buNone/>
                      </a:pPr>
                      <a:r>
                        <a:rPr lang="en-IN" sz="1800" dirty="0"/>
                        <a:t>Phase 4</a:t>
                      </a:r>
                    </a:p>
                  </a:txBody>
                  <a:tcPr anchor="ctr">
                    <a:lnL>
                      <a:noFill/>
                    </a:lnL>
                    <a:lnR>
                      <a:noFill/>
                    </a:lnR>
                    <a:lnT>
                      <a:noFill/>
                    </a:lnT>
                    <a:lnB>
                      <a:noFill/>
                    </a:lnB>
                    <a:noFill/>
                  </a:tcPr>
                </a:tc>
                <a:tc>
                  <a:txBody>
                    <a:bodyPr/>
                    <a:lstStyle/>
                    <a:p>
                      <a:pPr>
                        <a:buNone/>
                      </a:pPr>
                      <a:r>
                        <a:rPr lang="en-US" dirty="0"/>
                        <a:t>Implementation of Hallucination Detection and Correction Modules</a:t>
                      </a:r>
                      <a:endParaRPr lang="en-IN" sz="1800" dirty="0"/>
                    </a:p>
                  </a:txBody>
                  <a:tcPr anchor="ctr">
                    <a:lnL>
                      <a:noFill/>
                    </a:lnL>
                    <a:lnR>
                      <a:noFill/>
                    </a:lnR>
                    <a:lnT>
                      <a:noFill/>
                    </a:lnT>
                    <a:lnB>
                      <a:noFill/>
                    </a:lnB>
                    <a:noFill/>
                  </a:tcPr>
                </a:tc>
                <a:extLst>
                  <a:ext uri="{0D108BD9-81ED-4DB2-BD59-A6C34878D82A}">
                    <a16:rowId xmlns:a16="http://schemas.microsoft.com/office/drawing/2014/main" val="2554571081"/>
                  </a:ext>
                </a:extLst>
              </a:tr>
              <a:tr h="328817">
                <a:tc>
                  <a:txBody>
                    <a:bodyPr/>
                    <a:lstStyle/>
                    <a:p>
                      <a:pPr>
                        <a:buNone/>
                      </a:pPr>
                      <a:r>
                        <a:rPr lang="en-IN" sz="1800" dirty="0"/>
                        <a:t>Phase 5</a:t>
                      </a:r>
                    </a:p>
                  </a:txBody>
                  <a:tcPr anchor="ctr">
                    <a:lnL>
                      <a:noFill/>
                    </a:lnL>
                    <a:lnR>
                      <a:noFill/>
                    </a:lnR>
                    <a:lnT>
                      <a:noFill/>
                    </a:lnT>
                    <a:lnB>
                      <a:noFill/>
                    </a:lnB>
                    <a:noFill/>
                  </a:tcPr>
                </a:tc>
                <a:tc>
                  <a:txBody>
                    <a:bodyPr/>
                    <a:lstStyle/>
                    <a:p>
                      <a:pPr>
                        <a:buNone/>
                      </a:pPr>
                      <a:r>
                        <a:rPr lang="en-IN" sz="1800" dirty="0"/>
                        <a:t>Evaluation &amp; Testing</a:t>
                      </a:r>
                    </a:p>
                  </a:txBody>
                  <a:tcPr anchor="ctr">
                    <a:lnL>
                      <a:noFill/>
                    </a:lnL>
                    <a:lnR>
                      <a:noFill/>
                    </a:lnR>
                    <a:lnT>
                      <a:noFill/>
                    </a:lnT>
                    <a:lnB>
                      <a:noFill/>
                    </a:lnB>
                    <a:noFill/>
                  </a:tcPr>
                </a:tc>
                <a:extLst>
                  <a:ext uri="{0D108BD9-81ED-4DB2-BD59-A6C34878D82A}">
                    <a16:rowId xmlns:a16="http://schemas.microsoft.com/office/drawing/2014/main" val="1060716297"/>
                  </a:ext>
                </a:extLst>
              </a:tr>
              <a:tr h="328817">
                <a:tc>
                  <a:txBody>
                    <a:bodyPr/>
                    <a:lstStyle/>
                    <a:p>
                      <a:pPr>
                        <a:buNone/>
                      </a:pPr>
                      <a:endParaRPr lang="en-IN" sz="1800" dirty="0"/>
                    </a:p>
                  </a:txBody>
                  <a:tcPr anchor="ctr">
                    <a:lnL>
                      <a:noFill/>
                    </a:lnL>
                    <a:lnR>
                      <a:noFill/>
                    </a:lnR>
                    <a:lnT>
                      <a:noFill/>
                    </a:lnT>
                    <a:lnB>
                      <a:noFill/>
                    </a:lnB>
                    <a:noFill/>
                  </a:tcPr>
                </a:tc>
                <a:tc>
                  <a:txBody>
                    <a:bodyPr/>
                    <a:lstStyle/>
                    <a:p>
                      <a:pPr>
                        <a:buNone/>
                      </a:pPr>
                      <a:endParaRPr lang="en-IN" sz="1800" dirty="0"/>
                    </a:p>
                  </a:txBody>
                  <a:tcPr anchor="ctr">
                    <a:lnL>
                      <a:noFill/>
                    </a:lnL>
                    <a:lnR>
                      <a:noFill/>
                    </a:lnR>
                    <a:lnT>
                      <a:noFill/>
                    </a:lnT>
                    <a:lnB>
                      <a:noFill/>
                    </a:lnB>
                    <a:noFill/>
                  </a:tcPr>
                </a:tc>
                <a:extLst>
                  <a:ext uri="{0D108BD9-81ED-4DB2-BD59-A6C34878D82A}">
                    <a16:rowId xmlns:a16="http://schemas.microsoft.com/office/drawing/2014/main" val="3429641655"/>
                  </a:ext>
                </a:extLst>
              </a:tr>
            </a:tbl>
          </a:graphicData>
        </a:graphic>
      </p:graphicFrame>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4787" y="1828800"/>
            <a:ext cx="10457157" cy="4351337"/>
          </a:xfrm>
        </p:spPr>
        <p:txBody>
          <a:bodyPr>
            <a:noAutofit/>
          </a:bodyPr>
          <a:lstStyle/>
          <a:p>
            <a:r>
              <a:rPr lang="en-IN" dirty="0"/>
              <a:t>Huang, L. et al., </a:t>
            </a:r>
            <a:r>
              <a:rPr lang="en-IN" i="1" dirty="0"/>
              <a:t>A Survey on Hallucination in Large Language Models</a:t>
            </a:r>
            <a:r>
              <a:rPr lang="en-IN" dirty="0"/>
              <a:t>, 2023.</a:t>
            </a:r>
          </a:p>
          <a:p>
            <a:r>
              <a:rPr lang="en-IN" dirty="0"/>
              <a:t>Farquhar, S. et al., </a:t>
            </a:r>
            <a:r>
              <a:rPr lang="en-IN" i="1" dirty="0"/>
              <a:t>Detecting Hallucinations in Large Language Models Using Semantic Entropy</a:t>
            </a:r>
            <a:r>
              <a:rPr lang="en-IN" dirty="0"/>
              <a:t>, Nature, 2024.</a:t>
            </a:r>
          </a:p>
          <a:p>
            <a:r>
              <a:rPr lang="en-US" dirty="0"/>
              <a:t>Su, W. et al., </a:t>
            </a:r>
            <a:r>
              <a:rPr lang="en-US" i="1" dirty="0"/>
              <a:t>Unsupervised Real-Time Hallucination Detection based on the Internal States of LLMs</a:t>
            </a:r>
            <a:r>
              <a:rPr lang="en-US" dirty="0"/>
              <a:t>, 2024.</a:t>
            </a:r>
          </a:p>
          <a:p>
            <a:r>
              <a:rPr lang="en-US" dirty="0"/>
              <a:t>Chen, Y. et al., </a:t>
            </a:r>
            <a:r>
              <a:rPr lang="en-US" i="1" dirty="0"/>
              <a:t>Hallucination Detection: Robustly Discerning Reliable Answers in LLMs</a:t>
            </a:r>
            <a:r>
              <a:rPr lang="en-US" dirty="0"/>
              <a:t>, 2024. </a:t>
            </a:r>
          </a:p>
          <a:p>
            <a:r>
              <a:rPr lang="en-US" dirty="0"/>
              <a:t>Ye, H. et al., </a:t>
            </a:r>
            <a:r>
              <a:rPr lang="en-US" i="1" dirty="0"/>
              <a:t>Cognitive Mirage: A Review of Hallucinations in Large Language Models</a:t>
            </a:r>
            <a:r>
              <a:rPr lang="en-US" dirty="0"/>
              <a:t>, 2023.</a:t>
            </a:r>
            <a:endParaRPr lang="en-US" altLang="en-GB" dirty="0"/>
          </a:p>
        </p:txBody>
      </p:sp>
      <p:sp>
        <p:nvSpPr>
          <p:cNvPr id="4" name="Slide Number Placeholder 3"/>
          <p:cNvSpPr>
            <a:spLocks noGrp="1"/>
          </p:cNvSpPr>
          <p:nvPr>
            <p:ph type="sldNum" sz="quarter" idx="12"/>
          </p:nvPr>
        </p:nvSpPr>
        <p:spPr/>
        <p:txBody>
          <a:bodyPr>
            <a:normAutofit lnSpcReduction="10000"/>
          </a:bodyPr>
          <a:lstStyle/>
          <a:p>
            <a:fld id="{99A98606-10CC-4876-811F-5AF59FAFB594}" type="slidenum">
              <a:rPr lang="en-IN" smtClean="0"/>
              <a:t>9</a:t>
            </a:fld>
            <a:endParaRPr lang="en-IN"/>
          </a:p>
        </p:txBody>
      </p:sp>
      <p:sp>
        <p:nvSpPr>
          <p:cNvPr id="5" name="Title 1"/>
          <p:cNvSpPr>
            <a:spLocks noGrp="1"/>
          </p:cNvSpPr>
          <p:nvPr>
            <p:ph type="title"/>
          </p:nvPr>
        </p:nvSpPr>
        <p:spPr>
          <a:xfrm>
            <a:off x="524787" y="346212"/>
            <a:ext cx="5662653" cy="845047"/>
          </a:xfrm>
        </p:spPr>
        <p:txBody>
          <a:bodyPr>
            <a:normAutofit/>
          </a:bodyPr>
          <a:lstStyle/>
          <a:p>
            <a:r>
              <a:rPr lang="en-IN" sz="3600" dirty="0">
                <a:latin typeface="Times New Roman" panose="02020603050405020304" pitchFamily="18" charset="0"/>
                <a:cs typeface="Times New Roman" panose="02020603050405020304" pitchFamily="18" charset="0"/>
              </a:rPr>
              <a:t>References</a:t>
            </a:r>
          </a:p>
        </p:txBody>
      </p:sp>
      <p:cxnSp>
        <p:nvCxnSpPr>
          <p:cNvPr id="6" name="Straight Connector 5"/>
          <p:cNvCxnSpPr/>
          <p:nvPr/>
        </p:nvCxnSpPr>
        <p:spPr>
          <a:xfrm>
            <a:off x="524787" y="1191259"/>
            <a:ext cx="10770569"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lnSpcReduction="10000"/>
          </a:bodyPr>
          <a:lstStyle/>
          <a:p>
            <a:fld id="{99A98606-10CC-4876-811F-5AF59FAFB594}" type="slidenum">
              <a:rPr lang="en-IN" smtClean="0"/>
              <a:t>10</a:t>
            </a:fld>
            <a:endParaRPr lang="en-IN"/>
          </a:p>
        </p:txBody>
      </p:sp>
      <p:sp>
        <p:nvSpPr>
          <p:cNvPr id="5" name="Rectangle 4"/>
          <p:cNvSpPr/>
          <p:nvPr/>
        </p:nvSpPr>
        <p:spPr>
          <a:xfrm>
            <a:off x="3901065" y="2788920"/>
            <a:ext cx="3501280" cy="1107996"/>
          </a:xfrm>
          <a:prstGeom prst="rect">
            <a:avLst/>
          </a:prstGeom>
          <a:noFill/>
        </p:spPr>
        <p:txBody>
          <a:bodyPr wrap="none">
            <a:spAutoFit/>
          </a:bodyPr>
          <a:lstStyle/>
          <a:p>
            <a:pPr algn="ctr" eaLnBrk="1" fontAlgn="auto" hangingPunct="1">
              <a:spcBef>
                <a:spcPts val="0"/>
              </a:spcBef>
              <a:spcAft>
                <a:spcPts val="0"/>
              </a:spcAft>
              <a:defRPr/>
            </a:pPr>
            <a:r>
              <a:rPr lang="en-US" sz="6600" b="1" spc="50" dirty="0">
                <a:ln w="12700" cmpd="sng">
                  <a:solidFill>
                    <a:schemeClr val="accent6">
                      <a:satMod val="120000"/>
                      <a:shade val="80000"/>
                    </a:schemeClr>
                  </a:solidFill>
                  <a:prstDash val="solid"/>
                </a:ln>
                <a:solidFill>
                  <a:schemeClr val="tx2">
                    <a:lumMod val="25000"/>
                  </a:schemeClr>
                </a:solidFill>
                <a:effectLst>
                  <a:glow rad="53100">
                    <a:schemeClr val="accent6">
                      <a:satMod val="180000"/>
                      <a:alpha val="30000"/>
                    </a:schemeClr>
                  </a:glow>
                </a:effectLst>
                <a:latin typeface="Times New Roman" panose="02020603050405020304" pitchFamily="18" charset="0"/>
                <a:cs typeface="Times New Roman" panose="02020603050405020304" pitchFamily="18" charset="0"/>
              </a:rPr>
              <a:t>Thank Q</a:t>
            </a:r>
          </a:p>
        </p:txBody>
      </p:sp>
    </p:spTree>
  </p:cSld>
  <p:clrMapOvr>
    <a:masterClrMapping/>
  </p:clrMapOvr>
  <p:transition spd="slow">
    <p:wipe/>
  </p:transition>
</p:sld>
</file>

<file path=ppt/theme/theme1.xml><?xml version="1.0" encoding="utf-8"?>
<a:theme xmlns:a="http://schemas.openxmlformats.org/drawingml/2006/main" name="View">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View">
      <a:majorFont>
        <a:latin typeface="Century Schoolbook"/>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216</TotalTime>
  <Words>722</Words>
  <Application>Microsoft Office PowerPoint</Application>
  <PresentationFormat>Widescreen</PresentationFormat>
  <Paragraphs>94</Paragraphs>
  <Slides>10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Baskerville Old Face</vt:lpstr>
      <vt:lpstr>Bookman Old Style</vt:lpstr>
      <vt:lpstr>Calibri</vt:lpstr>
      <vt:lpstr>Century Schoolbook</vt:lpstr>
      <vt:lpstr>Times New Roman</vt:lpstr>
      <vt:lpstr>Wingdings 2</vt:lpstr>
      <vt:lpstr>View</vt:lpstr>
      <vt:lpstr>PowerPoint Presentation</vt:lpstr>
      <vt:lpstr>Abstract</vt:lpstr>
      <vt:lpstr>Problem Statement</vt:lpstr>
      <vt:lpstr>Objective </vt:lpstr>
      <vt:lpstr>Existing System</vt:lpstr>
      <vt:lpstr>Proposed Methodology</vt:lpstr>
      <vt:lpstr>Tools &amp; Technologies Used</vt:lpstr>
      <vt:lpstr>Expected outcome &amp; Workplan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dc:creator>
  <cp:lastModifiedBy>SREERAM MULUKURI</cp:lastModifiedBy>
  <cp:revision>55</cp:revision>
  <dcterms:created xsi:type="dcterms:W3CDTF">2025-01-07T14:40:00Z</dcterms:created>
  <dcterms:modified xsi:type="dcterms:W3CDTF">2026-07-13T04:10:04Z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0E56ECCDA2274FD2BCD95B66E43DEBAB_13</vt:lpwstr>
  </property>
  <property fmtid="{D5CDD505-2E9C-101B-9397-08002B2CF9AE}" pid="3" name="KSOProductBuildVer">
    <vt:lpwstr>1033-12.2.0.22549</vt:lpwstr>
  </property>
</Properties>
</file>